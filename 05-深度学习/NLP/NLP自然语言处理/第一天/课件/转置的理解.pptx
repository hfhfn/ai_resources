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62" r:id="rId13"/>
  </p:sldMasterIdLst>
  <p:sldIdLst>
    <p:sldId id="256" r:id="rId15"/>
    <p:sldId id="257" r:id="rId16"/>
    <p:sldId id="258" r:id="rId17"/>
    <p:sldId id="259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559" autoAdjust="0"/>
    <p:restoredTop sz="94660"/>
  </p:normalViewPr>
  <p:slideViewPr>
    <p:cSldViewPr snapToGrid="0" snapToObjects="1">
      <p:cViewPr varScale="1">
        <p:scale>
          <a:sx n="41" d="100"/>
          <a:sy n="41" d="100"/>
        </p:scale>
        <p:origin x="66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slide" Target="slides/slide1.xml"></Relationship><Relationship Id="rId16" Type="http://schemas.openxmlformats.org/officeDocument/2006/relationships/slide" Target="slides/slide2.xml"></Relationship><Relationship Id="rId17" Type="http://schemas.openxmlformats.org/officeDocument/2006/relationships/slide" Target="slides/slide3.xml"></Relationship><Relationship Id="rId18" Type="http://schemas.openxmlformats.org/officeDocument/2006/relationships/slide" Target="slides/slide4.xml"></Relationship><Relationship Id="rId19" Type="http://schemas.openxmlformats.org/officeDocument/2006/relationships/viewProps" Target="viewProps.xml"></Relationship><Relationship Id="rId20" Type="http://schemas.openxmlformats.org/officeDocument/2006/relationships/presProps" Target="presProps.xml"></Relationship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74CF50-2FBE-4526-B4EC-840E34BD54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410E385-2FAA-4EDA-A227-E93F25DD1C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BA10BB-6E40-47A7-A77A-06C1C5DD3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EA1B6-45FA-4049-A611-2CBC2B19F4B3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A5BB49-56CE-451C-9237-E823FE896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A1E341-04F8-46F0-A6A5-46EFB2396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8240C-4E07-48B3-89D6-7D8F0B04D8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1043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CCC234-093B-4C8F-A1F5-BA05E26A2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820D6D-F9A6-450C-A47D-4823F6526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D79338-F85E-4298-B85A-CC6CCD5A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EA1B6-45FA-4049-A611-2CBC2B19F4B3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5138DF-0DE5-4261-80CF-9E2A20C5E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C5ED2A-8023-4FBF-AE6D-1287E9BAC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8240C-4E07-48B3-89D6-7D8F0B04D8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3875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E4A34A-D958-4C83-AFAD-40AC57AD0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55BEC-142A-42A8-8D4C-9EF522864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6312ED-98DE-4797-AA7F-C03EEF8B3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EA1B6-45FA-4049-A611-2CBC2B19F4B3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AEAA6B-94B8-4493-A601-45150C64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AEE817-AD60-48CB-BBE1-16E088065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8240C-4E07-48B3-89D6-7D8F0B04D8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3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44243-E8C7-4335-AF3A-D31D97613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1DE7FC-E322-4407-95EA-56E3E3979A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979A5C-DEC3-4656-9078-6ED9C0872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A73409-93FD-48D1-9257-D52C7D96B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EA1B6-45FA-4049-A611-2CBC2B19F4B3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A77C38-CF8E-494F-8A74-D9DFE91F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019C8D-0F8E-419A-97FB-F30FEEC42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8240C-4E07-48B3-89D6-7D8F0B04D8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1605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9A8432-B246-41D8-90B7-673D7737E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A9F989-75F3-4AF4-9A96-8BEF223AE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28CF5A-41AA-4238-A501-85CA23965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EDEDB72-5D5C-4707-B818-CF2A395748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76FC185-6824-424B-8125-43B385B305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D44F269-2E03-435B-A8C8-E38F06B4D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EA1B6-45FA-4049-A611-2CBC2B19F4B3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326F63C-479B-4E9D-A695-B45983EA7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950F4C-C99F-4ED9-AA62-65AD94A2B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8240C-4E07-48B3-89D6-7D8F0B04D8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812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9FD787-2C0B-4149-B1D2-1CF11E40E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95CA06F-6BE7-4899-A8FF-AFC77B039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EA1B6-45FA-4049-A611-2CBC2B19F4B3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059DCCB-B375-48EF-A555-5194DCB9C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F353722-A70E-4C3C-952E-13A288D15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8240C-4E07-48B3-89D6-7D8F0B04D8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8065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253E926-690B-4690-82FE-CD73500DC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EA1B6-45FA-4049-A611-2CBC2B19F4B3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A3E6E0E-4D44-4F10-A1B7-3B294F8BC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9EFDD6-A848-4DF1-9902-A8B597085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8240C-4E07-48B3-89D6-7D8F0B04D8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509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955622-FDCD-4A61-86F9-B3639B6C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2DAAE7-2385-4F0B-980B-3FA50712A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49837DD-D6CA-410C-B451-3A83CDCAA4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3A26C3-EC12-45B3-AE20-769A51EDD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EA1B6-45FA-4049-A611-2CBC2B19F4B3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9255D5-3E3C-42E8-A5E0-0569B4128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7286B5-9AEE-407E-9C51-1874C69E3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8240C-4E07-48B3-89D6-7D8F0B04D8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337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44B6DF-6867-406D-9BC2-F83BBF2AF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B366C50-EF27-4B04-B6E5-03E2B0A1EA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CA5346-94E9-46CE-9441-122B65B22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521890-5B28-46B0-8A23-0A5E89439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EA1B6-45FA-4049-A611-2CBC2B19F4B3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33C372-5495-4B7D-9435-61ED1C09F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73B21C-AF38-4516-9D2B-3BBC5596C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8240C-4E07-48B3-89D6-7D8F0B04D8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1501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3034CF-AF51-4BFE-96AB-53CAC6ED6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6771E1-031A-4782-AF48-105800078C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CE19F4-1ED9-466B-AAF2-D699001D4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EA1B6-45FA-4049-A611-2CBC2B19F4B3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0FE820-55D5-46A7-AA62-B8C868596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F65432-6210-43A0-A9D3-9AE64670B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8240C-4E07-48B3-89D6-7D8F0B04D8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7509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2978E62-7071-48BD-8F5C-D9AADDD9DA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5458331-0669-4E30-BE66-48655D43C8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38FC38-C533-42B5-B5B9-D920E4F1B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EA1B6-45FA-4049-A611-2CBC2B19F4B3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5C3FCF-285D-436B-B039-4A7493890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8AC95E-B5FD-4245-B8F2-9A15DC1A1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8240C-4E07-48B3-89D6-7D8F0B04D8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629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A680C05-0A6D-4CD8-AE48-377B72E14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DEBF4B-D5CA-4AB0-90C4-957689E70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BD17A0-8681-43DB-9FF5-14970A3B6B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2EA1B6-45FA-4049-A611-2CBC2B19F4B3}" type="datetimeFigureOut">
              <a:rPr lang="zh-CN" altLang="en-US" smtClean="0"/>
              <a:t>2019/4/1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D447F6-3FB6-48E6-A993-A02B64009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03603E-8AA6-4FD8-B9BF-D4A881724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58240C-4E07-48B3-89D6-7D8F0B04D8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505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889FB78-92FE-476A-BFCC-02CF87FFA908}"/>
              </a:ext>
            </a:extLst>
          </p:cNvPr>
          <p:cNvCxnSpPr/>
          <p:nvPr/>
        </p:nvCxnSpPr>
        <p:spPr>
          <a:xfrm>
            <a:off x="5359791" y="1352284"/>
            <a:ext cx="40374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B80530FF-B530-4FD1-BD49-7D61A99BAB50}"/>
              </a:ext>
            </a:extLst>
          </p:cNvPr>
          <p:cNvCxnSpPr/>
          <p:nvPr/>
        </p:nvCxnSpPr>
        <p:spPr>
          <a:xfrm>
            <a:off x="5359791" y="1352284"/>
            <a:ext cx="0" cy="4360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8E579E3-2A73-430D-84DF-ADE0DE667F6B}"/>
              </a:ext>
            </a:extLst>
          </p:cNvPr>
          <p:cNvCxnSpPr/>
          <p:nvPr/>
        </p:nvCxnSpPr>
        <p:spPr>
          <a:xfrm>
            <a:off x="5162843" y="1352284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012A7103-A9D4-41C6-9FD9-D891D54BAC1D}"/>
              </a:ext>
            </a:extLst>
          </p:cNvPr>
          <p:cNvCxnSpPr/>
          <p:nvPr/>
        </p:nvCxnSpPr>
        <p:spPr>
          <a:xfrm flipH="1">
            <a:off x="2686928" y="1352284"/>
            <a:ext cx="2672862" cy="1925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FC205988-A79D-4D6E-A569-70802A041AC0}"/>
              </a:ext>
            </a:extLst>
          </p:cNvPr>
          <p:cNvSpPr txBox="1"/>
          <p:nvPr/>
        </p:nvSpPr>
        <p:spPr>
          <a:xfrm>
            <a:off x="2468881" y="3207380"/>
            <a:ext cx="752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Y</a:t>
            </a:r>
            <a:endParaRPr lang="zh-CN" altLang="en-US" sz="28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7816EBD-2E04-443C-B868-986DFBB07550}"/>
              </a:ext>
            </a:extLst>
          </p:cNvPr>
          <p:cNvSpPr txBox="1"/>
          <p:nvPr/>
        </p:nvSpPr>
        <p:spPr>
          <a:xfrm>
            <a:off x="5167536" y="5713269"/>
            <a:ext cx="928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Z</a:t>
            </a:r>
            <a:endParaRPr lang="zh-CN" altLang="en-US" dirty="0"/>
          </a:p>
        </p:txBody>
      </p:sp>
      <p:sp>
        <p:nvSpPr>
          <p:cNvPr id="20" name="流程图: 数据 19">
            <a:extLst>
              <a:ext uri="{FF2B5EF4-FFF2-40B4-BE49-F238E27FC236}">
                <a16:creationId xmlns:a16="http://schemas.microsoft.com/office/drawing/2014/main" id="{E7D5B37B-A955-486E-9D8E-5869FBD59C2D}"/>
              </a:ext>
            </a:extLst>
          </p:cNvPr>
          <p:cNvSpPr/>
          <p:nvPr/>
        </p:nvSpPr>
        <p:spPr>
          <a:xfrm>
            <a:off x="4813496" y="1555462"/>
            <a:ext cx="4037428" cy="782429"/>
          </a:xfrm>
          <a:prstGeom prst="flowChartInputOutpu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</p:txBody>
      </p:sp>
      <p:sp>
        <p:nvSpPr>
          <p:cNvPr id="21" name="流程图: 数据 20">
            <a:extLst>
              <a:ext uri="{FF2B5EF4-FFF2-40B4-BE49-F238E27FC236}">
                <a16:creationId xmlns:a16="http://schemas.microsoft.com/office/drawing/2014/main" id="{635AA993-6A9F-4B5F-950F-41EAB23404B1}"/>
              </a:ext>
            </a:extLst>
          </p:cNvPr>
          <p:cNvSpPr/>
          <p:nvPr/>
        </p:nvSpPr>
        <p:spPr>
          <a:xfrm>
            <a:off x="3613054" y="2690949"/>
            <a:ext cx="4037428" cy="782429"/>
          </a:xfrm>
          <a:prstGeom prst="flowChartInputOutpu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6D44075D-763E-426D-A452-35A5CB3FEABD}"/>
              </a:ext>
            </a:extLst>
          </p:cNvPr>
          <p:cNvCxnSpPr>
            <a:cxnSpLocks/>
            <a:stCxn id="20" idx="2"/>
            <a:endCxn id="20" idx="5"/>
          </p:cNvCxnSpPr>
          <p:nvPr/>
        </p:nvCxnSpPr>
        <p:spPr>
          <a:xfrm>
            <a:off x="5217239" y="1946677"/>
            <a:ext cx="32299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A24FF95A-B618-4D28-A6D9-25927C0547CE}"/>
              </a:ext>
            </a:extLst>
          </p:cNvPr>
          <p:cNvCxnSpPr>
            <a:cxnSpLocks/>
            <a:stCxn id="20" idx="0"/>
          </p:cNvCxnSpPr>
          <p:nvPr/>
        </p:nvCxnSpPr>
        <p:spPr>
          <a:xfrm flipH="1">
            <a:off x="6527407" y="1555462"/>
            <a:ext cx="708546" cy="7824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0729C6A6-8150-41E3-83FF-889DE579ABF0}"/>
              </a:ext>
            </a:extLst>
          </p:cNvPr>
          <p:cNvCxnSpPr>
            <a:cxnSpLocks/>
            <a:stCxn id="21" idx="2"/>
            <a:endCxn id="21" idx="5"/>
          </p:cNvCxnSpPr>
          <p:nvPr/>
        </p:nvCxnSpPr>
        <p:spPr>
          <a:xfrm>
            <a:off x="4016797" y="3082164"/>
            <a:ext cx="32299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0912D5BA-8683-4F47-8A11-29027138105A}"/>
              </a:ext>
            </a:extLst>
          </p:cNvPr>
          <p:cNvSpPr txBox="1"/>
          <p:nvPr/>
        </p:nvSpPr>
        <p:spPr>
          <a:xfrm>
            <a:off x="9632366" y="1029118"/>
            <a:ext cx="1188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X</a:t>
            </a:r>
            <a:endParaRPr lang="zh-CN" altLang="en-US" sz="3600" dirty="0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A0419341-8315-46D6-B220-1333F1508C32}"/>
              </a:ext>
            </a:extLst>
          </p:cNvPr>
          <p:cNvCxnSpPr>
            <a:stCxn id="21" idx="0"/>
          </p:cNvCxnSpPr>
          <p:nvPr/>
        </p:nvCxnSpPr>
        <p:spPr>
          <a:xfrm flipH="1">
            <a:off x="5359790" y="2690949"/>
            <a:ext cx="675721" cy="7824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163BDD13-5C5A-42E5-AEA7-16710F04C8AD}"/>
              </a:ext>
            </a:extLst>
          </p:cNvPr>
          <p:cNvSpPr txBox="1"/>
          <p:nvPr/>
        </p:nvSpPr>
        <p:spPr>
          <a:xfrm>
            <a:off x="5856051" y="1555462"/>
            <a:ext cx="708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BC6DEB6-01F4-4BE5-A0BE-6493A3DA68BC}"/>
              </a:ext>
            </a:extLst>
          </p:cNvPr>
          <p:cNvSpPr txBox="1"/>
          <p:nvPr/>
        </p:nvSpPr>
        <p:spPr>
          <a:xfrm>
            <a:off x="7622487" y="1579636"/>
            <a:ext cx="420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2094CE1-6090-4BDF-A88C-D71B8FB892E5}"/>
              </a:ext>
            </a:extLst>
          </p:cNvPr>
          <p:cNvSpPr txBox="1"/>
          <p:nvPr/>
        </p:nvSpPr>
        <p:spPr>
          <a:xfrm>
            <a:off x="5668219" y="1963933"/>
            <a:ext cx="708540" cy="381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1868C0F-8E37-48ED-8BAC-B6955FD04F3E}"/>
              </a:ext>
            </a:extLst>
          </p:cNvPr>
          <p:cNvSpPr txBox="1"/>
          <p:nvPr/>
        </p:nvSpPr>
        <p:spPr>
          <a:xfrm>
            <a:off x="7268217" y="1983604"/>
            <a:ext cx="708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F30AC8C-17DC-423C-BDD0-618D65BABDFD}"/>
              </a:ext>
            </a:extLst>
          </p:cNvPr>
          <p:cNvSpPr txBox="1"/>
          <p:nvPr/>
        </p:nvSpPr>
        <p:spPr>
          <a:xfrm>
            <a:off x="4813496" y="2690949"/>
            <a:ext cx="546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E8B0A7A-4961-4D83-9ABA-4C7F65A2A4F7}"/>
              </a:ext>
            </a:extLst>
          </p:cNvPr>
          <p:cNvSpPr txBox="1"/>
          <p:nvPr/>
        </p:nvSpPr>
        <p:spPr>
          <a:xfrm>
            <a:off x="6376759" y="2675904"/>
            <a:ext cx="584878" cy="381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D596AD3-6EB2-4279-962A-43EFCE5471BF}"/>
              </a:ext>
            </a:extLst>
          </p:cNvPr>
          <p:cNvSpPr txBox="1"/>
          <p:nvPr/>
        </p:nvSpPr>
        <p:spPr>
          <a:xfrm>
            <a:off x="4474723" y="3207380"/>
            <a:ext cx="742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CB580AC-EBC8-4B61-8E62-89A02BB69AF3}"/>
              </a:ext>
            </a:extLst>
          </p:cNvPr>
          <p:cNvSpPr txBox="1"/>
          <p:nvPr/>
        </p:nvSpPr>
        <p:spPr>
          <a:xfrm>
            <a:off x="6210323" y="3163444"/>
            <a:ext cx="431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6D1E186-C1D3-43B1-89C7-5F933E35F914}"/>
              </a:ext>
            </a:extLst>
          </p:cNvPr>
          <p:cNvSpPr txBox="1"/>
          <p:nvPr/>
        </p:nvSpPr>
        <p:spPr>
          <a:xfrm>
            <a:off x="8903703" y="2541068"/>
            <a:ext cx="1916912" cy="353943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[</a:t>
            </a:r>
          </a:p>
          <a:p>
            <a:r>
              <a:rPr lang="en-US" altLang="zh-CN" sz="2800" dirty="0"/>
              <a:t>  [ [1,2], </a:t>
            </a:r>
          </a:p>
          <a:p>
            <a:r>
              <a:rPr lang="en-US" altLang="zh-CN" sz="2800" dirty="0"/>
              <a:t>    [3,4] ], </a:t>
            </a:r>
          </a:p>
          <a:p>
            <a:endParaRPr lang="en-US" altLang="zh-CN" sz="2800" dirty="0"/>
          </a:p>
          <a:p>
            <a:r>
              <a:rPr lang="en-US" altLang="zh-CN" sz="2800" dirty="0"/>
              <a:t>  [ [5,6], </a:t>
            </a:r>
          </a:p>
          <a:p>
            <a:r>
              <a:rPr lang="en-US" altLang="zh-CN" sz="2800" dirty="0"/>
              <a:t>  [7,8] ]</a:t>
            </a:r>
          </a:p>
          <a:p>
            <a:endParaRPr lang="en-US" altLang="zh-CN" sz="2800" dirty="0"/>
          </a:p>
          <a:p>
            <a:r>
              <a:rPr lang="en-US" altLang="zh-CN" sz="2800" dirty="0"/>
              <a:t>]</a:t>
            </a:r>
            <a:endParaRPr lang="zh-CN" altLang="en-US" sz="2800" dirty="0"/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E95D0F27-A176-41D0-B859-E7624E72FAF7}"/>
              </a:ext>
            </a:extLst>
          </p:cNvPr>
          <p:cNvCxnSpPr/>
          <p:nvPr/>
        </p:nvCxnSpPr>
        <p:spPr>
          <a:xfrm>
            <a:off x="2468881" y="1124933"/>
            <a:ext cx="2748358" cy="663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8764389C-3319-4FBC-A167-196AB1EEFB1A}"/>
              </a:ext>
            </a:extLst>
          </p:cNvPr>
          <p:cNvSpPr txBox="1"/>
          <p:nvPr/>
        </p:nvSpPr>
        <p:spPr>
          <a:xfrm>
            <a:off x="1552372" y="715389"/>
            <a:ext cx="18330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上层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E4D6CDA-E7BE-4EBA-8433-CA69E7EE9E00}"/>
              </a:ext>
            </a:extLst>
          </p:cNvPr>
          <p:cNvSpPr txBox="1"/>
          <p:nvPr/>
        </p:nvSpPr>
        <p:spPr>
          <a:xfrm>
            <a:off x="1256714" y="1923808"/>
            <a:ext cx="18330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下层</a:t>
            </a: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7952DC0E-4BEB-45BE-9945-A824146DE860}"/>
              </a:ext>
            </a:extLst>
          </p:cNvPr>
          <p:cNvCxnSpPr>
            <a:cxnSpLocks/>
          </p:cNvCxnSpPr>
          <p:nvPr/>
        </p:nvCxnSpPr>
        <p:spPr>
          <a:xfrm>
            <a:off x="2224036" y="2311103"/>
            <a:ext cx="1836898" cy="5021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113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 32">
            <a:extLst>
              <a:ext uri="{FF2B5EF4-FFF2-40B4-BE49-F238E27FC236}">
                <a16:creationId xmlns:a16="http://schemas.microsoft.com/office/drawing/2014/main" id="{0912D5BA-8683-4F47-8A11-29027138105A}"/>
              </a:ext>
            </a:extLst>
          </p:cNvPr>
          <p:cNvSpPr txBox="1"/>
          <p:nvPr/>
        </p:nvSpPr>
        <p:spPr>
          <a:xfrm>
            <a:off x="7053399" y="36541"/>
            <a:ext cx="1188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X</a:t>
            </a:r>
            <a:endParaRPr lang="zh-CN" altLang="en-US" sz="36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616A034-D2E3-49F6-867B-9D094020E060}"/>
              </a:ext>
            </a:extLst>
          </p:cNvPr>
          <p:cNvGrpSpPr/>
          <p:nvPr/>
        </p:nvGrpSpPr>
        <p:grpSpPr>
          <a:xfrm>
            <a:off x="0" y="156529"/>
            <a:ext cx="6928338" cy="4730317"/>
            <a:chOff x="2468881" y="1352284"/>
            <a:chExt cx="6928338" cy="4730317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5889FB78-92FE-476A-BFCC-02CF87FFA908}"/>
                </a:ext>
              </a:extLst>
            </p:cNvPr>
            <p:cNvCxnSpPr/>
            <p:nvPr/>
          </p:nvCxnSpPr>
          <p:spPr>
            <a:xfrm>
              <a:off x="5359791" y="1352284"/>
              <a:ext cx="40374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B80530FF-B530-4FD1-BD49-7D61A99BAB50}"/>
                </a:ext>
              </a:extLst>
            </p:cNvPr>
            <p:cNvCxnSpPr/>
            <p:nvPr/>
          </p:nvCxnSpPr>
          <p:spPr>
            <a:xfrm>
              <a:off x="5359791" y="1352284"/>
              <a:ext cx="0" cy="43609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18E579E3-2A73-430D-84DF-ADE0DE667F6B}"/>
                </a:ext>
              </a:extLst>
            </p:cNvPr>
            <p:cNvCxnSpPr/>
            <p:nvPr/>
          </p:nvCxnSpPr>
          <p:spPr>
            <a:xfrm>
              <a:off x="5162843" y="1352284"/>
              <a:ext cx="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012A7103-A9D4-41C6-9FD9-D891D54BAC1D}"/>
                </a:ext>
              </a:extLst>
            </p:cNvPr>
            <p:cNvCxnSpPr/>
            <p:nvPr/>
          </p:nvCxnSpPr>
          <p:spPr>
            <a:xfrm flipH="1">
              <a:off x="2686928" y="1352284"/>
              <a:ext cx="2672862" cy="19254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FC205988-A79D-4D6E-A569-70802A041AC0}"/>
                </a:ext>
              </a:extLst>
            </p:cNvPr>
            <p:cNvSpPr txBox="1"/>
            <p:nvPr/>
          </p:nvSpPr>
          <p:spPr>
            <a:xfrm>
              <a:off x="2468881" y="3207380"/>
              <a:ext cx="7526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Y</a:t>
              </a:r>
              <a:endParaRPr lang="zh-CN" altLang="en-US" sz="28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87816EBD-2E04-443C-B868-986DFBB07550}"/>
                </a:ext>
              </a:extLst>
            </p:cNvPr>
            <p:cNvSpPr txBox="1"/>
            <p:nvPr/>
          </p:nvSpPr>
          <p:spPr>
            <a:xfrm>
              <a:off x="5167536" y="5713269"/>
              <a:ext cx="9284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Z</a:t>
              </a:r>
              <a:endParaRPr lang="zh-CN" altLang="en-US" dirty="0"/>
            </a:p>
          </p:txBody>
        </p:sp>
        <p:sp>
          <p:nvSpPr>
            <p:cNvPr id="20" name="流程图: 数据 19">
              <a:extLst>
                <a:ext uri="{FF2B5EF4-FFF2-40B4-BE49-F238E27FC236}">
                  <a16:creationId xmlns:a16="http://schemas.microsoft.com/office/drawing/2014/main" id="{E7D5B37B-A955-486E-9D8E-5869FBD59C2D}"/>
                </a:ext>
              </a:extLst>
            </p:cNvPr>
            <p:cNvSpPr/>
            <p:nvPr/>
          </p:nvSpPr>
          <p:spPr>
            <a:xfrm>
              <a:off x="4813496" y="1555462"/>
              <a:ext cx="4037428" cy="782429"/>
            </a:xfrm>
            <a:prstGeom prst="flowChartInputOutpu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dirty="0"/>
            </a:p>
          </p:txBody>
        </p:sp>
        <p:sp>
          <p:nvSpPr>
            <p:cNvPr id="21" name="流程图: 数据 20">
              <a:extLst>
                <a:ext uri="{FF2B5EF4-FFF2-40B4-BE49-F238E27FC236}">
                  <a16:creationId xmlns:a16="http://schemas.microsoft.com/office/drawing/2014/main" id="{635AA993-6A9F-4B5F-950F-41EAB23404B1}"/>
                </a:ext>
              </a:extLst>
            </p:cNvPr>
            <p:cNvSpPr/>
            <p:nvPr/>
          </p:nvSpPr>
          <p:spPr>
            <a:xfrm>
              <a:off x="3613054" y="2690949"/>
              <a:ext cx="4037428" cy="782429"/>
            </a:xfrm>
            <a:prstGeom prst="flowChartInputOutpu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6D44075D-763E-426D-A452-35A5CB3FEABD}"/>
                </a:ext>
              </a:extLst>
            </p:cNvPr>
            <p:cNvCxnSpPr>
              <a:cxnSpLocks/>
              <a:stCxn id="20" idx="2"/>
              <a:endCxn id="20" idx="5"/>
            </p:cNvCxnSpPr>
            <p:nvPr/>
          </p:nvCxnSpPr>
          <p:spPr>
            <a:xfrm>
              <a:off x="5217239" y="1946677"/>
              <a:ext cx="322994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A24FF95A-B618-4D28-A6D9-25927C0547CE}"/>
                </a:ext>
              </a:extLst>
            </p:cNvPr>
            <p:cNvCxnSpPr>
              <a:cxnSpLocks/>
              <a:stCxn id="20" idx="0"/>
            </p:cNvCxnSpPr>
            <p:nvPr/>
          </p:nvCxnSpPr>
          <p:spPr>
            <a:xfrm flipH="1">
              <a:off x="6527407" y="1555462"/>
              <a:ext cx="708546" cy="78242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0729C6A6-8150-41E3-83FF-889DE579ABF0}"/>
                </a:ext>
              </a:extLst>
            </p:cNvPr>
            <p:cNvCxnSpPr>
              <a:cxnSpLocks/>
              <a:stCxn id="21" idx="2"/>
              <a:endCxn id="21" idx="5"/>
            </p:cNvCxnSpPr>
            <p:nvPr/>
          </p:nvCxnSpPr>
          <p:spPr>
            <a:xfrm>
              <a:off x="4016797" y="3082164"/>
              <a:ext cx="322994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A0419341-8315-46D6-B220-1333F1508C32}"/>
                </a:ext>
              </a:extLst>
            </p:cNvPr>
            <p:cNvCxnSpPr>
              <a:stCxn id="21" idx="0"/>
            </p:cNvCxnSpPr>
            <p:nvPr/>
          </p:nvCxnSpPr>
          <p:spPr>
            <a:xfrm flipH="1">
              <a:off x="5359790" y="2690949"/>
              <a:ext cx="675721" cy="78242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163BDD13-5C5A-42E5-AEA7-16710F04C8AD}"/>
                </a:ext>
              </a:extLst>
            </p:cNvPr>
            <p:cNvSpPr txBox="1"/>
            <p:nvPr/>
          </p:nvSpPr>
          <p:spPr>
            <a:xfrm>
              <a:off x="5856051" y="1555462"/>
              <a:ext cx="7085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0BC6DEB6-01F4-4BE5-A0BE-6493A3DA68BC}"/>
                </a:ext>
              </a:extLst>
            </p:cNvPr>
            <p:cNvSpPr txBox="1"/>
            <p:nvPr/>
          </p:nvSpPr>
          <p:spPr>
            <a:xfrm>
              <a:off x="7622487" y="1579636"/>
              <a:ext cx="4209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22094CE1-6090-4BDF-A88C-D71B8FB892E5}"/>
                </a:ext>
              </a:extLst>
            </p:cNvPr>
            <p:cNvSpPr txBox="1"/>
            <p:nvPr/>
          </p:nvSpPr>
          <p:spPr>
            <a:xfrm>
              <a:off x="5668219" y="1963933"/>
              <a:ext cx="708540" cy="3815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01868C0F-8E37-48ED-8BAC-B6955FD04F3E}"/>
                </a:ext>
              </a:extLst>
            </p:cNvPr>
            <p:cNvSpPr txBox="1"/>
            <p:nvPr/>
          </p:nvSpPr>
          <p:spPr>
            <a:xfrm>
              <a:off x="7268217" y="1983604"/>
              <a:ext cx="7085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4</a:t>
              </a:r>
              <a:endParaRPr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1F30AC8C-17DC-423C-BDD0-618D65BABDFD}"/>
                </a:ext>
              </a:extLst>
            </p:cNvPr>
            <p:cNvSpPr txBox="1"/>
            <p:nvPr/>
          </p:nvSpPr>
          <p:spPr>
            <a:xfrm>
              <a:off x="4813496" y="2690949"/>
              <a:ext cx="5462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5</a:t>
              </a:r>
              <a:endParaRPr lang="zh-CN" altLang="en-US" dirty="0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3E8B0A7A-4961-4D83-9ABA-4C7F65A2A4F7}"/>
                </a:ext>
              </a:extLst>
            </p:cNvPr>
            <p:cNvSpPr txBox="1"/>
            <p:nvPr/>
          </p:nvSpPr>
          <p:spPr>
            <a:xfrm>
              <a:off x="6376759" y="2675904"/>
              <a:ext cx="584878" cy="381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6</a:t>
              </a:r>
              <a:endParaRPr lang="zh-CN" altLang="en-US" dirty="0"/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DD596AD3-6EB2-4279-962A-43EFCE5471BF}"/>
                </a:ext>
              </a:extLst>
            </p:cNvPr>
            <p:cNvSpPr txBox="1"/>
            <p:nvPr/>
          </p:nvSpPr>
          <p:spPr>
            <a:xfrm>
              <a:off x="4474723" y="3207380"/>
              <a:ext cx="742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7</a:t>
              </a:r>
              <a:endParaRPr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4CB580AC-EBC8-4B61-8E62-89A02BB69AF3}"/>
                </a:ext>
              </a:extLst>
            </p:cNvPr>
            <p:cNvSpPr txBox="1"/>
            <p:nvPr/>
          </p:nvSpPr>
          <p:spPr>
            <a:xfrm>
              <a:off x="6210323" y="3163444"/>
              <a:ext cx="4314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8</a:t>
              </a:r>
              <a:endParaRPr lang="zh-CN" altLang="en-US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C73FB040-DB60-4966-863C-5C73888A9284}"/>
              </a:ext>
            </a:extLst>
          </p:cNvPr>
          <p:cNvSpPr txBox="1"/>
          <p:nvPr/>
        </p:nvSpPr>
        <p:spPr>
          <a:xfrm>
            <a:off x="8974343" y="246456"/>
            <a:ext cx="23328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X  Y</a:t>
            </a:r>
            <a:r>
              <a:rPr lang="zh-CN" altLang="en-US" sz="2800" dirty="0"/>
              <a:t>转置后</a:t>
            </a:r>
            <a:endParaRPr lang="en-US" altLang="zh-CN" sz="2800" dirty="0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BFF3B5F1-54D7-41C9-8817-39912981654F}"/>
              </a:ext>
            </a:extLst>
          </p:cNvPr>
          <p:cNvGrpSpPr/>
          <p:nvPr/>
        </p:nvGrpSpPr>
        <p:grpSpPr>
          <a:xfrm>
            <a:off x="4952670" y="1199334"/>
            <a:ext cx="6928338" cy="4730317"/>
            <a:chOff x="2468881" y="1352284"/>
            <a:chExt cx="6928338" cy="4730317"/>
          </a:xfrm>
        </p:grpSpPr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9FBA82BD-06FF-40BA-87B7-3175D538C1AA}"/>
                </a:ext>
              </a:extLst>
            </p:cNvPr>
            <p:cNvCxnSpPr/>
            <p:nvPr/>
          </p:nvCxnSpPr>
          <p:spPr>
            <a:xfrm>
              <a:off x="5359791" y="1352284"/>
              <a:ext cx="40374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3CE43521-9CB6-440D-945B-B6867BEBED16}"/>
                </a:ext>
              </a:extLst>
            </p:cNvPr>
            <p:cNvCxnSpPr/>
            <p:nvPr/>
          </p:nvCxnSpPr>
          <p:spPr>
            <a:xfrm>
              <a:off x="5359791" y="1352284"/>
              <a:ext cx="0" cy="43609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CCF2F4A4-B34A-48C4-8315-A47E0D8A9B45}"/>
                </a:ext>
              </a:extLst>
            </p:cNvPr>
            <p:cNvCxnSpPr/>
            <p:nvPr/>
          </p:nvCxnSpPr>
          <p:spPr>
            <a:xfrm>
              <a:off x="5162843" y="1352284"/>
              <a:ext cx="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688C1138-EA0E-435C-B04E-FDB87848D9DD}"/>
                </a:ext>
              </a:extLst>
            </p:cNvPr>
            <p:cNvCxnSpPr/>
            <p:nvPr/>
          </p:nvCxnSpPr>
          <p:spPr>
            <a:xfrm flipH="1">
              <a:off x="2686928" y="1352284"/>
              <a:ext cx="2672862" cy="19254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7680EAF0-6545-4E45-A03C-D94F1A35720F}"/>
                </a:ext>
              </a:extLst>
            </p:cNvPr>
            <p:cNvSpPr txBox="1"/>
            <p:nvPr/>
          </p:nvSpPr>
          <p:spPr>
            <a:xfrm>
              <a:off x="2468881" y="3207380"/>
              <a:ext cx="7526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Y</a:t>
              </a:r>
              <a:endParaRPr lang="zh-CN" altLang="en-US" sz="2800" dirty="0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999C10E6-FF28-4E59-83F2-F431EBFD2F9D}"/>
                </a:ext>
              </a:extLst>
            </p:cNvPr>
            <p:cNvSpPr txBox="1"/>
            <p:nvPr/>
          </p:nvSpPr>
          <p:spPr>
            <a:xfrm>
              <a:off x="5167536" y="5713269"/>
              <a:ext cx="9284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Z</a:t>
              </a:r>
              <a:endParaRPr lang="zh-CN" altLang="en-US" dirty="0"/>
            </a:p>
          </p:txBody>
        </p:sp>
        <p:sp>
          <p:nvSpPr>
            <p:cNvPr id="46" name="流程图: 数据 45">
              <a:extLst>
                <a:ext uri="{FF2B5EF4-FFF2-40B4-BE49-F238E27FC236}">
                  <a16:creationId xmlns:a16="http://schemas.microsoft.com/office/drawing/2014/main" id="{46EA17F7-B306-4B18-BC13-2D3BACAC3E2E}"/>
                </a:ext>
              </a:extLst>
            </p:cNvPr>
            <p:cNvSpPr/>
            <p:nvPr/>
          </p:nvSpPr>
          <p:spPr>
            <a:xfrm>
              <a:off x="4813496" y="1555462"/>
              <a:ext cx="4037428" cy="782429"/>
            </a:xfrm>
            <a:prstGeom prst="flowChartInputOutpu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dirty="0"/>
            </a:p>
          </p:txBody>
        </p:sp>
        <p:sp>
          <p:nvSpPr>
            <p:cNvPr id="47" name="流程图: 数据 46">
              <a:extLst>
                <a:ext uri="{FF2B5EF4-FFF2-40B4-BE49-F238E27FC236}">
                  <a16:creationId xmlns:a16="http://schemas.microsoft.com/office/drawing/2014/main" id="{89311619-ADB3-4093-B26A-D49F4CE23E2D}"/>
                </a:ext>
              </a:extLst>
            </p:cNvPr>
            <p:cNvSpPr/>
            <p:nvPr/>
          </p:nvSpPr>
          <p:spPr>
            <a:xfrm>
              <a:off x="3613054" y="2690949"/>
              <a:ext cx="4037428" cy="782429"/>
            </a:xfrm>
            <a:prstGeom prst="flowChartInputOutpu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7FCB58A9-2377-4DFB-9916-9A5A65B4E066}"/>
                </a:ext>
              </a:extLst>
            </p:cNvPr>
            <p:cNvCxnSpPr>
              <a:cxnSpLocks/>
              <a:stCxn id="46" idx="2"/>
              <a:endCxn id="46" idx="5"/>
            </p:cNvCxnSpPr>
            <p:nvPr/>
          </p:nvCxnSpPr>
          <p:spPr>
            <a:xfrm>
              <a:off x="5217239" y="1946677"/>
              <a:ext cx="322994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F4A0514F-D8C1-4BE9-A363-5B080F7B3ED6}"/>
                </a:ext>
              </a:extLst>
            </p:cNvPr>
            <p:cNvCxnSpPr>
              <a:cxnSpLocks/>
              <a:stCxn id="46" idx="0"/>
            </p:cNvCxnSpPr>
            <p:nvPr/>
          </p:nvCxnSpPr>
          <p:spPr>
            <a:xfrm flipH="1">
              <a:off x="6527407" y="1555462"/>
              <a:ext cx="708546" cy="78242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AFF161CB-7844-46D5-83FB-3C88FB97E266}"/>
                </a:ext>
              </a:extLst>
            </p:cNvPr>
            <p:cNvCxnSpPr>
              <a:cxnSpLocks/>
              <a:stCxn id="47" idx="2"/>
              <a:endCxn id="47" idx="5"/>
            </p:cNvCxnSpPr>
            <p:nvPr/>
          </p:nvCxnSpPr>
          <p:spPr>
            <a:xfrm>
              <a:off x="4016797" y="3082164"/>
              <a:ext cx="322994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54DD0AD3-8182-47E5-B5E9-AD4FF2D9B414}"/>
                </a:ext>
              </a:extLst>
            </p:cNvPr>
            <p:cNvCxnSpPr>
              <a:stCxn id="47" idx="0"/>
            </p:cNvCxnSpPr>
            <p:nvPr/>
          </p:nvCxnSpPr>
          <p:spPr>
            <a:xfrm flipH="1">
              <a:off x="5359790" y="2690949"/>
              <a:ext cx="675721" cy="78242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2C640CB0-4B0C-4B62-8A46-7057861DE92C}"/>
                </a:ext>
              </a:extLst>
            </p:cNvPr>
            <p:cNvSpPr txBox="1"/>
            <p:nvPr/>
          </p:nvSpPr>
          <p:spPr>
            <a:xfrm>
              <a:off x="5856051" y="1555462"/>
              <a:ext cx="7085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40527F8B-E913-4AA7-8261-8F51E1C6CE90}"/>
                </a:ext>
              </a:extLst>
            </p:cNvPr>
            <p:cNvSpPr txBox="1"/>
            <p:nvPr/>
          </p:nvSpPr>
          <p:spPr>
            <a:xfrm>
              <a:off x="7622487" y="1579636"/>
              <a:ext cx="4209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CE4523A0-78EF-4A65-B201-2B3B9DB2E8EA}"/>
                </a:ext>
              </a:extLst>
            </p:cNvPr>
            <p:cNvSpPr txBox="1"/>
            <p:nvPr/>
          </p:nvSpPr>
          <p:spPr>
            <a:xfrm>
              <a:off x="5668219" y="1963933"/>
              <a:ext cx="708540" cy="3815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57B10B52-182C-4776-895F-0291B18BD77C}"/>
                </a:ext>
              </a:extLst>
            </p:cNvPr>
            <p:cNvSpPr txBox="1"/>
            <p:nvPr/>
          </p:nvSpPr>
          <p:spPr>
            <a:xfrm>
              <a:off x="7268217" y="1983604"/>
              <a:ext cx="7085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4</a:t>
              </a:r>
              <a:endParaRPr lang="zh-CN" altLang="en-US" dirty="0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FEE4CAEE-8C37-4258-94B7-8D1A1E7C00FB}"/>
                </a:ext>
              </a:extLst>
            </p:cNvPr>
            <p:cNvSpPr txBox="1"/>
            <p:nvPr/>
          </p:nvSpPr>
          <p:spPr>
            <a:xfrm>
              <a:off x="4813496" y="2690949"/>
              <a:ext cx="5462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5</a:t>
              </a:r>
              <a:endParaRPr lang="zh-CN" altLang="en-US" dirty="0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E77A35E7-6651-4712-88BD-A1044CB8C5D2}"/>
                </a:ext>
              </a:extLst>
            </p:cNvPr>
            <p:cNvSpPr txBox="1"/>
            <p:nvPr/>
          </p:nvSpPr>
          <p:spPr>
            <a:xfrm>
              <a:off x="6376759" y="2675904"/>
              <a:ext cx="584878" cy="381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7</a:t>
              </a:r>
              <a:endParaRPr lang="zh-CN" altLang="en-US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56406BBE-20C9-4C51-915B-BC3FCCBB2976}"/>
                </a:ext>
              </a:extLst>
            </p:cNvPr>
            <p:cNvSpPr txBox="1"/>
            <p:nvPr/>
          </p:nvSpPr>
          <p:spPr>
            <a:xfrm>
              <a:off x="4474723" y="3207380"/>
              <a:ext cx="742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6</a:t>
              </a:r>
              <a:endParaRPr lang="zh-CN" altLang="en-US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8A388820-E87C-4009-BFA4-C9FFC43ABC0C}"/>
                </a:ext>
              </a:extLst>
            </p:cNvPr>
            <p:cNvSpPr txBox="1"/>
            <p:nvPr/>
          </p:nvSpPr>
          <p:spPr>
            <a:xfrm>
              <a:off x="6210323" y="3163444"/>
              <a:ext cx="4314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8</a:t>
              </a:r>
              <a:endParaRPr lang="zh-CN" altLang="en-US" dirty="0"/>
            </a:p>
          </p:txBody>
        </p:sp>
      </p:grpSp>
      <p:sp>
        <p:nvSpPr>
          <p:cNvPr id="60" name="文本框 59">
            <a:extLst>
              <a:ext uri="{FF2B5EF4-FFF2-40B4-BE49-F238E27FC236}">
                <a16:creationId xmlns:a16="http://schemas.microsoft.com/office/drawing/2014/main" id="{D3EFC9CD-CACB-4264-A771-C968119C1A85}"/>
              </a:ext>
            </a:extLst>
          </p:cNvPr>
          <p:cNvSpPr txBox="1"/>
          <p:nvPr/>
        </p:nvSpPr>
        <p:spPr>
          <a:xfrm>
            <a:off x="579872" y="2660060"/>
            <a:ext cx="1916912" cy="3108543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[</a:t>
            </a:r>
          </a:p>
          <a:p>
            <a:r>
              <a:rPr lang="en-US" altLang="zh-CN" sz="2800" dirty="0"/>
              <a:t>  [ [1,2], </a:t>
            </a:r>
          </a:p>
          <a:p>
            <a:r>
              <a:rPr lang="en-US" altLang="zh-CN" sz="2800" dirty="0"/>
              <a:t>    [3,4] ], </a:t>
            </a:r>
          </a:p>
          <a:p>
            <a:endParaRPr lang="en-US" altLang="zh-CN" sz="2800" dirty="0"/>
          </a:p>
          <a:p>
            <a:r>
              <a:rPr lang="en-US" altLang="zh-CN" sz="2800" dirty="0"/>
              <a:t>  [ [5,6], </a:t>
            </a:r>
          </a:p>
          <a:p>
            <a:r>
              <a:rPr lang="en-US" altLang="zh-CN" sz="2800" dirty="0"/>
              <a:t>  [7,8] ]</a:t>
            </a:r>
          </a:p>
          <a:p>
            <a:r>
              <a:rPr lang="en-US" altLang="zh-CN" sz="2800" dirty="0"/>
              <a:t>]</a:t>
            </a:r>
            <a:endParaRPr lang="zh-CN" altLang="en-US" sz="28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1A508D07-803D-439E-A875-9E8160C50F33}"/>
              </a:ext>
            </a:extLst>
          </p:cNvPr>
          <p:cNvSpPr txBox="1"/>
          <p:nvPr/>
        </p:nvSpPr>
        <p:spPr>
          <a:xfrm>
            <a:off x="9983301" y="2932465"/>
            <a:ext cx="1916912" cy="3108543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[</a:t>
            </a:r>
          </a:p>
          <a:p>
            <a:r>
              <a:rPr lang="en-US" altLang="zh-CN" sz="2800" dirty="0"/>
              <a:t>  [ [1,3], </a:t>
            </a:r>
          </a:p>
          <a:p>
            <a:r>
              <a:rPr lang="en-US" altLang="zh-CN" sz="2800" dirty="0"/>
              <a:t>    [2,4] ], </a:t>
            </a:r>
          </a:p>
          <a:p>
            <a:endParaRPr lang="en-US" altLang="zh-CN" sz="2800" dirty="0"/>
          </a:p>
          <a:p>
            <a:r>
              <a:rPr lang="en-US" altLang="zh-CN" sz="2800" dirty="0"/>
              <a:t>  [ [5,7], </a:t>
            </a:r>
          </a:p>
          <a:p>
            <a:r>
              <a:rPr lang="en-US" altLang="zh-CN" sz="2800" dirty="0"/>
              <a:t>    [6,8] ]</a:t>
            </a:r>
          </a:p>
          <a:p>
            <a:r>
              <a:rPr lang="en-US" altLang="zh-CN" sz="2800" dirty="0"/>
              <a:t>]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827562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49044D7-076A-43C1-8CB8-C1E523DE0A60}"/>
              </a:ext>
            </a:extLst>
          </p:cNvPr>
          <p:cNvGrpSpPr/>
          <p:nvPr/>
        </p:nvGrpSpPr>
        <p:grpSpPr>
          <a:xfrm>
            <a:off x="-277073" y="28146"/>
            <a:ext cx="9563901" cy="5367212"/>
            <a:chOff x="1256714" y="715389"/>
            <a:chExt cx="9563901" cy="5367212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5889FB78-92FE-476A-BFCC-02CF87FFA908}"/>
                </a:ext>
              </a:extLst>
            </p:cNvPr>
            <p:cNvCxnSpPr/>
            <p:nvPr/>
          </p:nvCxnSpPr>
          <p:spPr>
            <a:xfrm>
              <a:off x="5359791" y="1352284"/>
              <a:ext cx="40374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B80530FF-B530-4FD1-BD49-7D61A99BAB50}"/>
                </a:ext>
              </a:extLst>
            </p:cNvPr>
            <p:cNvCxnSpPr/>
            <p:nvPr/>
          </p:nvCxnSpPr>
          <p:spPr>
            <a:xfrm>
              <a:off x="5359791" y="1352284"/>
              <a:ext cx="0" cy="43609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18E579E3-2A73-430D-84DF-ADE0DE667F6B}"/>
                </a:ext>
              </a:extLst>
            </p:cNvPr>
            <p:cNvCxnSpPr/>
            <p:nvPr/>
          </p:nvCxnSpPr>
          <p:spPr>
            <a:xfrm>
              <a:off x="5162843" y="1352284"/>
              <a:ext cx="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012A7103-A9D4-41C6-9FD9-D891D54BAC1D}"/>
                </a:ext>
              </a:extLst>
            </p:cNvPr>
            <p:cNvCxnSpPr/>
            <p:nvPr/>
          </p:nvCxnSpPr>
          <p:spPr>
            <a:xfrm flipH="1">
              <a:off x="2686928" y="1352284"/>
              <a:ext cx="2672862" cy="19254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FC205988-A79D-4D6E-A569-70802A041AC0}"/>
                </a:ext>
              </a:extLst>
            </p:cNvPr>
            <p:cNvSpPr txBox="1"/>
            <p:nvPr/>
          </p:nvSpPr>
          <p:spPr>
            <a:xfrm>
              <a:off x="2468881" y="3207380"/>
              <a:ext cx="7526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Y</a:t>
              </a:r>
              <a:endParaRPr lang="zh-CN" altLang="en-US" sz="28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87816EBD-2E04-443C-B868-986DFBB07550}"/>
                </a:ext>
              </a:extLst>
            </p:cNvPr>
            <p:cNvSpPr txBox="1"/>
            <p:nvPr/>
          </p:nvSpPr>
          <p:spPr>
            <a:xfrm>
              <a:off x="5167536" y="5713269"/>
              <a:ext cx="9284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Z</a:t>
              </a:r>
              <a:endParaRPr lang="zh-CN" altLang="en-US" dirty="0"/>
            </a:p>
          </p:txBody>
        </p:sp>
        <p:sp>
          <p:nvSpPr>
            <p:cNvPr id="20" name="流程图: 数据 19">
              <a:extLst>
                <a:ext uri="{FF2B5EF4-FFF2-40B4-BE49-F238E27FC236}">
                  <a16:creationId xmlns:a16="http://schemas.microsoft.com/office/drawing/2014/main" id="{E7D5B37B-A955-486E-9D8E-5869FBD59C2D}"/>
                </a:ext>
              </a:extLst>
            </p:cNvPr>
            <p:cNvSpPr/>
            <p:nvPr/>
          </p:nvSpPr>
          <p:spPr>
            <a:xfrm>
              <a:off x="4813496" y="1555462"/>
              <a:ext cx="4037428" cy="782429"/>
            </a:xfrm>
            <a:prstGeom prst="flowChartInputOutpu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dirty="0"/>
            </a:p>
          </p:txBody>
        </p:sp>
        <p:sp>
          <p:nvSpPr>
            <p:cNvPr id="21" name="流程图: 数据 20">
              <a:extLst>
                <a:ext uri="{FF2B5EF4-FFF2-40B4-BE49-F238E27FC236}">
                  <a16:creationId xmlns:a16="http://schemas.microsoft.com/office/drawing/2014/main" id="{635AA993-6A9F-4B5F-950F-41EAB23404B1}"/>
                </a:ext>
              </a:extLst>
            </p:cNvPr>
            <p:cNvSpPr/>
            <p:nvPr/>
          </p:nvSpPr>
          <p:spPr>
            <a:xfrm>
              <a:off x="3613054" y="2690949"/>
              <a:ext cx="4037428" cy="782429"/>
            </a:xfrm>
            <a:prstGeom prst="flowChartInputOutpu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6D44075D-763E-426D-A452-35A5CB3FEABD}"/>
                </a:ext>
              </a:extLst>
            </p:cNvPr>
            <p:cNvCxnSpPr>
              <a:cxnSpLocks/>
              <a:stCxn id="20" idx="2"/>
              <a:endCxn id="20" idx="5"/>
            </p:cNvCxnSpPr>
            <p:nvPr/>
          </p:nvCxnSpPr>
          <p:spPr>
            <a:xfrm>
              <a:off x="5217239" y="1946677"/>
              <a:ext cx="322994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A24FF95A-B618-4D28-A6D9-25927C0547CE}"/>
                </a:ext>
              </a:extLst>
            </p:cNvPr>
            <p:cNvCxnSpPr>
              <a:cxnSpLocks/>
              <a:stCxn id="20" idx="0"/>
            </p:cNvCxnSpPr>
            <p:nvPr/>
          </p:nvCxnSpPr>
          <p:spPr>
            <a:xfrm flipH="1">
              <a:off x="6527407" y="1555462"/>
              <a:ext cx="708546" cy="78242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0729C6A6-8150-41E3-83FF-889DE579ABF0}"/>
                </a:ext>
              </a:extLst>
            </p:cNvPr>
            <p:cNvCxnSpPr>
              <a:cxnSpLocks/>
              <a:stCxn id="21" idx="2"/>
              <a:endCxn id="21" idx="5"/>
            </p:cNvCxnSpPr>
            <p:nvPr/>
          </p:nvCxnSpPr>
          <p:spPr>
            <a:xfrm>
              <a:off x="4016797" y="3082164"/>
              <a:ext cx="322994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912D5BA-8683-4F47-8A11-29027138105A}"/>
                </a:ext>
              </a:extLst>
            </p:cNvPr>
            <p:cNvSpPr txBox="1"/>
            <p:nvPr/>
          </p:nvSpPr>
          <p:spPr>
            <a:xfrm>
              <a:off x="9632366" y="1029118"/>
              <a:ext cx="118824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X</a:t>
              </a:r>
              <a:endParaRPr lang="zh-CN" altLang="en-US" sz="3600" dirty="0"/>
            </a:p>
          </p:txBody>
        </p: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A0419341-8315-46D6-B220-1333F1508C32}"/>
                </a:ext>
              </a:extLst>
            </p:cNvPr>
            <p:cNvCxnSpPr>
              <a:stCxn id="21" idx="0"/>
            </p:cNvCxnSpPr>
            <p:nvPr/>
          </p:nvCxnSpPr>
          <p:spPr>
            <a:xfrm flipH="1">
              <a:off x="5359790" y="2690949"/>
              <a:ext cx="675721" cy="78242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163BDD13-5C5A-42E5-AEA7-16710F04C8AD}"/>
                </a:ext>
              </a:extLst>
            </p:cNvPr>
            <p:cNvSpPr txBox="1"/>
            <p:nvPr/>
          </p:nvSpPr>
          <p:spPr>
            <a:xfrm>
              <a:off x="5856051" y="1555462"/>
              <a:ext cx="7085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0BC6DEB6-01F4-4BE5-A0BE-6493A3DA68BC}"/>
                </a:ext>
              </a:extLst>
            </p:cNvPr>
            <p:cNvSpPr txBox="1"/>
            <p:nvPr/>
          </p:nvSpPr>
          <p:spPr>
            <a:xfrm>
              <a:off x="7622487" y="1579636"/>
              <a:ext cx="4209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22094CE1-6090-4BDF-A88C-D71B8FB892E5}"/>
                </a:ext>
              </a:extLst>
            </p:cNvPr>
            <p:cNvSpPr txBox="1"/>
            <p:nvPr/>
          </p:nvSpPr>
          <p:spPr>
            <a:xfrm>
              <a:off x="5668219" y="1963933"/>
              <a:ext cx="708540" cy="3815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01868C0F-8E37-48ED-8BAC-B6955FD04F3E}"/>
                </a:ext>
              </a:extLst>
            </p:cNvPr>
            <p:cNvSpPr txBox="1"/>
            <p:nvPr/>
          </p:nvSpPr>
          <p:spPr>
            <a:xfrm>
              <a:off x="7268217" y="1983604"/>
              <a:ext cx="7085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4</a:t>
              </a:r>
              <a:endParaRPr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1F30AC8C-17DC-423C-BDD0-618D65BABDFD}"/>
                </a:ext>
              </a:extLst>
            </p:cNvPr>
            <p:cNvSpPr txBox="1"/>
            <p:nvPr/>
          </p:nvSpPr>
          <p:spPr>
            <a:xfrm>
              <a:off x="4813496" y="2690949"/>
              <a:ext cx="5462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5</a:t>
              </a:r>
              <a:endParaRPr lang="zh-CN" altLang="en-US" dirty="0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3E8B0A7A-4961-4D83-9ABA-4C7F65A2A4F7}"/>
                </a:ext>
              </a:extLst>
            </p:cNvPr>
            <p:cNvSpPr txBox="1"/>
            <p:nvPr/>
          </p:nvSpPr>
          <p:spPr>
            <a:xfrm>
              <a:off x="6376759" y="2675904"/>
              <a:ext cx="584878" cy="381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6</a:t>
              </a:r>
              <a:endParaRPr lang="zh-CN" altLang="en-US" dirty="0"/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DD596AD3-6EB2-4279-962A-43EFCE5471BF}"/>
                </a:ext>
              </a:extLst>
            </p:cNvPr>
            <p:cNvSpPr txBox="1"/>
            <p:nvPr/>
          </p:nvSpPr>
          <p:spPr>
            <a:xfrm>
              <a:off x="4474723" y="3207380"/>
              <a:ext cx="742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7</a:t>
              </a:r>
              <a:endParaRPr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4CB580AC-EBC8-4B61-8E62-89A02BB69AF3}"/>
                </a:ext>
              </a:extLst>
            </p:cNvPr>
            <p:cNvSpPr txBox="1"/>
            <p:nvPr/>
          </p:nvSpPr>
          <p:spPr>
            <a:xfrm>
              <a:off x="6210323" y="3163444"/>
              <a:ext cx="4314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8</a:t>
              </a:r>
              <a:endParaRPr lang="zh-CN" altLang="en-US" dirty="0"/>
            </a:p>
          </p:txBody>
        </p: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E95D0F27-A176-41D0-B859-E7624E72FAF7}"/>
                </a:ext>
              </a:extLst>
            </p:cNvPr>
            <p:cNvCxnSpPr/>
            <p:nvPr/>
          </p:nvCxnSpPr>
          <p:spPr>
            <a:xfrm>
              <a:off x="2468881" y="1124933"/>
              <a:ext cx="2748358" cy="6630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8764389C-3319-4FBC-A167-196AB1EEFB1A}"/>
                </a:ext>
              </a:extLst>
            </p:cNvPr>
            <p:cNvSpPr txBox="1"/>
            <p:nvPr/>
          </p:nvSpPr>
          <p:spPr>
            <a:xfrm>
              <a:off x="1552372" y="715389"/>
              <a:ext cx="183301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/>
                <a:t>上层</a:t>
              </a: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2E4D6CDA-E7BE-4EBA-8433-CA69E7EE9E00}"/>
                </a:ext>
              </a:extLst>
            </p:cNvPr>
            <p:cNvSpPr txBox="1"/>
            <p:nvPr/>
          </p:nvSpPr>
          <p:spPr>
            <a:xfrm>
              <a:off x="1256714" y="1923808"/>
              <a:ext cx="183301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/>
                <a:t>下层</a:t>
              </a:r>
            </a:p>
          </p:txBody>
        </p: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7952DC0E-4BEB-45BE-9945-A824146DE860}"/>
                </a:ext>
              </a:extLst>
            </p:cNvPr>
            <p:cNvCxnSpPr>
              <a:cxnSpLocks/>
            </p:cNvCxnSpPr>
            <p:nvPr/>
          </p:nvCxnSpPr>
          <p:spPr>
            <a:xfrm>
              <a:off x="2224036" y="2311103"/>
              <a:ext cx="1836898" cy="5021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59C8C4B1-B96E-4B3E-9726-83FC7F15D14F}"/>
              </a:ext>
            </a:extLst>
          </p:cNvPr>
          <p:cNvGrpSpPr/>
          <p:nvPr/>
        </p:nvGrpSpPr>
        <p:grpSpPr>
          <a:xfrm>
            <a:off x="4692082" y="2019511"/>
            <a:ext cx="8351734" cy="5053483"/>
            <a:chOff x="3216940" y="3562275"/>
            <a:chExt cx="8351734" cy="5053483"/>
          </a:xfrm>
        </p:grpSpPr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EDED7B46-4843-45F9-8885-BFE408C8ACD0}"/>
                </a:ext>
              </a:extLst>
            </p:cNvPr>
            <p:cNvCxnSpPr/>
            <p:nvPr/>
          </p:nvCxnSpPr>
          <p:spPr>
            <a:xfrm>
              <a:off x="6107850" y="3885441"/>
              <a:ext cx="40374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105A9060-2B2E-496A-8B1D-52C908307625}"/>
                </a:ext>
              </a:extLst>
            </p:cNvPr>
            <p:cNvCxnSpPr/>
            <p:nvPr/>
          </p:nvCxnSpPr>
          <p:spPr>
            <a:xfrm>
              <a:off x="6107850" y="3885441"/>
              <a:ext cx="0" cy="43609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9AFC519E-B891-49AC-807D-3489189E1AFF}"/>
                </a:ext>
              </a:extLst>
            </p:cNvPr>
            <p:cNvCxnSpPr/>
            <p:nvPr/>
          </p:nvCxnSpPr>
          <p:spPr>
            <a:xfrm flipH="1">
              <a:off x="3434987" y="3885441"/>
              <a:ext cx="2672862" cy="19254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AB2032AA-ACA6-4F7A-91C2-D396D93590F1}"/>
                </a:ext>
              </a:extLst>
            </p:cNvPr>
            <p:cNvSpPr txBox="1"/>
            <p:nvPr/>
          </p:nvSpPr>
          <p:spPr>
            <a:xfrm>
              <a:off x="3216940" y="5740537"/>
              <a:ext cx="7526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Y</a:t>
              </a:r>
              <a:endParaRPr lang="zh-CN" altLang="en-US" sz="2800" dirty="0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6337AA9D-1779-45CB-B935-3EA01674688E}"/>
                </a:ext>
              </a:extLst>
            </p:cNvPr>
            <p:cNvSpPr txBox="1"/>
            <p:nvPr/>
          </p:nvSpPr>
          <p:spPr>
            <a:xfrm>
              <a:off x="5915595" y="8246426"/>
              <a:ext cx="9284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Z</a:t>
              </a:r>
              <a:endParaRPr lang="zh-CN" altLang="en-US" dirty="0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1A3E5A49-E46B-4485-A694-98E4A35DDDB9}"/>
                </a:ext>
              </a:extLst>
            </p:cNvPr>
            <p:cNvSpPr txBox="1"/>
            <p:nvPr/>
          </p:nvSpPr>
          <p:spPr>
            <a:xfrm>
              <a:off x="10380425" y="3562275"/>
              <a:ext cx="118824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X</a:t>
              </a:r>
              <a:endParaRPr lang="zh-CN" altLang="en-US" sz="3600" dirty="0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49E3470-5F83-489F-AB61-252FC0BD76DB}"/>
              </a:ext>
            </a:extLst>
          </p:cNvPr>
          <p:cNvGrpSpPr/>
          <p:nvPr/>
        </p:nvGrpSpPr>
        <p:grpSpPr>
          <a:xfrm>
            <a:off x="6534068" y="2405859"/>
            <a:ext cx="1297455" cy="3484991"/>
            <a:chOff x="6534068" y="2405859"/>
            <a:chExt cx="1297455" cy="3484991"/>
          </a:xfrm>
        </p:grpSpPr>
        <p:sp>
          <p:nvSpPr>
            <p:cNvPr id="6" name="流程图: 决策 5">
              <a:extLst>
                <a:ext uri="{FF2B5EF4-FFF2-40B4-BE49-F238E27FC236}">
                  <a16:creationId xmlns:a16="http://schemas.microsoft.com/office/drawing/2014/main" id="{10401744-9F58-4934-AFC5-906BAE64600D}"/>
                </a:ext>
              </a:extLst>
            </p:cNvPr>
            <p:cNvSpPr/>
            <p:nvPr/>
          </p:nvSpPr>
          <p:spPr>
            <a:xfrm rot="1774240">
              <a:off x="6534068" y="2405859"/>
              <a:ext cx="1291734" cy="3484991"/>
            </a:xfrm>
            <a:prstGeom prst="flowChartDecision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2A65E9A0-C811-4DA7-A3BE-FDF2A70680E0}"/>
                </a:ext>
              </a:extLst>
            </p:cNvPr>
            <p:cNvCxnSpPr/>
            <p:nvPr/>
          </p:nvCxnSpPr>
          <p:spPr>
            <a:xfrm flipV="1">
              <a:off x="6542269" y="3610708"/>
              <a:ext cx="1289254" cy="9930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F1A70D5F-BED0-4276-9B66-E3E55F62315A}"/>
                </a:ext>
              </a:extLst>
            </p:cNvPr>
            <p:cNvCxnSpPr/>
            <p:nvPr/>
          </p:nvCxnSpPr>
          <p:spPr>
            <a:xfrm flipH="1">
              <a:off x="7060825" y="3182185"/>
              <a:ext cx="277863" cy="19375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BFB56199-26BB-4C0A-AF57-F77241C259BF}"/>
              </a:ext>
            </a:extLst>
          </p:cNvPr>
          <p:cNvGrpSpPr/>
          <p:nvPr/>
        </p:nvGrpSpPr>
        <p:grpSpPr>
          <a:xfrm>
            <a:off x="8400575" y="2346167"/>
            <a:ext cx="1297455" cy="3484991"/>
            <a:chOff x="6534068" y="2405859"/>
            <a:chExt cx="1297455" cy="3484991"/>
          </a:xfrm>
        </p:grpSpPr>
        <p:sp>
          <p:nvSpPr>
            <p:cNvPr id="74" name="流程图: 决策 73">
              <a:extLst>
                <a:ext uri="{FF2B5EF4-FFF2-40B4-BE49-F238E27FC236}">
                  <a16:creationId xmlns:a16="http://schemas.microsoft.com/office/drawing/2014/main" id="{6B966DDF-9EA0-4B55-A771-F6C66BBD433F}"/>
                </a:ext>
              </a:extLst>
            </p:cNvPr>
            <p:cNvSpPr/>
            <p:nvPr/>
          </p:nvSpPr>
          <p:spPr>
            <a:xfrm rot="1774240">
              <a:off x="6534068" y="2405859"/>
              <a:ext cx="1291734" cy="3484991"/>
            </a:xfrm>
            <a:prstGeom prst="flowChartDecision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849FDCC7-095F-42F0-960E-C59773EFF2F8}"/>
                </a:ext>
              </a:extLst>
            </p:cNvPr>
            <p:cNvCxnSpPr/>
            <p:nvPr/>
          </p:nvCxnSpPr>
          <p:spPr>
            <a:xfrm flipV="1">
              <a:off x="6542269" y="3610708"/>
              <a:ext cx="1289254" cy="9930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11732B05-303F-4DF8-BA98-9628E7EC93AC}"/>
                </a:ext>
              </a:extLst>
            </p:cNvPr>
            <p:cNvCxnSpPr/>
            <p:nvPr/>
          </p:nvCxnSpPr>
          <p:spPr>
            <a:xfrm flipH="1">
              <a:off x="7060825" y="3182185"/>
              <a:ext cx="277863" cy="19375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2BF7DAE4-BCB5-4E18-896D-A4B139996B81}"/>
              </a:ext>
            </a:extLst>
          </p:cNvPr>
          <p:cNvSpPr txBox="1"/>
          <p:nvPr/>
        </p:nvSpPr>
        <p:spPr>
          <a:xfrm>
            <a:off x="7451606" y="3122493"/>
            <a:ext cx="277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1</a:t>
            </a:r>
            <a:endParaRPr lang="zh-CN" altLang="en-US" sz="28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A661F43-CA7B-4907-9821-58E6E7C0AD41}"/>
              </a:ext>
            </a:extLst>
          </p:cNvPr>
          <p:cNvSpPr txBox="1"/>
          <p:nvPr/>
        </p:nvSpPr>
        <p:spPr>
          <a:xfrm>
            <a:off x="6603576" y="4656213"/>
            <a:ext cx="698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7</a:t>
            </a:r>
            <a:endParaRPr lang="zh-CN" altLang="en-US" sz="2800" dirty="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682FFF8F-D1A2-476B-A247-E27763A48401}"/>
              </a:ext>
            </a:extLst>
          </p:cNvPr>
          <p:cNvSpPr txBox="1"/>
          <p:nvPr/>
        </p:nvSpPr>
        <p:spPr>
          <a:xfrm>
            <a:off x="6691791" y="3661922"/>
            <a:ext cx="698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3</a:t>
            </a:r>
            <a:endParaRPr lang="zh-CN" altLang="en-US" sz="2800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18A0093A-3A22-46CC-A625-7562FC49D6F0}"/>
              </a:ext>
            </a:extLst>
          </p:cNvPr>
          <p:cNvSpPr txBox="1"/>
          <p:nvPr/>
        </p:nvSpPr>
        <p:spPr>
          <a:xfrm>
            <a:off x="8587882" y="3652928"/>
            <a:ext cx="698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4</a:t>
            </a:r>
            <a:endParaRPr lang="zh-CN" altLang="en-US" sz="2800" dirty="0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F86D6930-226F-4913-B67E-472BF7740E70}"/>
              </a:ext>
            </a:extLst>
          </p:cNvPr>
          <p:cNvSpPr txBox="1"/>
          <p:nvPr/>
        </p:nvSpPr>
        <p:spPr>
          <a:xfrm>
            <a:off x="7274046" y="4056171"/>
            <a:ext cx="698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5</a:t>
            </a:r>
            <a:endParaRPr lang="zh-CN" altLang="en-US" sz="2800" dirty="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8FC5824E-4A0F-4B3F-A411-F0F598328ADC}"/>
              </a:ext>
            </a:extLst>
          </p:cNvPr>
          <p:cNvSpPr txBox="1"/>
          <p:nvPr/>
        </p:nvSpPr>
        <p:spPr>
          <a:xfrm>
            <a:off x="9175664" y="4007806"/>
            <a:ext cx="698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6</a:t>
            </a:r>
            <a:endParaRPr lang="zh-CN" altLang="en-US" sz="2800" dirty="0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8E64768B-7502-4DBB-B53D-F833A6E60473}"/>
              </a:ext>
            </a:extLst>
          </p:cNvPr>
          <p:cNvSpPr txBox="1"/>
          <p:nvPr/>
        </p:nvSpPr>
        <p:spPr>
          <a:xfrm>
            <a:off x="9350064" y="3165812"/>
            <a:ext cx="698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2</a:t>
            </a:r>
            <a:endParaRPr lang="zh-CN" altLang="en-US" sz="2800" dirty="0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796EDE23-C777-4B9C-964D-BBD51C67A260}"/>
              </a:ext>
            </a:extLst>
          </p:cNvPr>
          <p:cNvSpPr txBox="1"/>
          <p:nvPr/>
        </p:nvSpPr>
        <p:spPr>
          <a:xfrm>
            <a:off x="8411947" y="4606993"/>
            <a:ext cx="698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8</a:t>
            </a:r>
            <a:endParaRPr lang="zh-CN" altLang="en-US" sz="28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962F579-372D-40C9-A498-0D34857FFC24}"/>
              </a:ext>
            </a:extLst>
          </p:cNvPr>
          <p:cNvSpPr txBox="1"/>
          <p:nvPr/>
        </p:nvSpPr>
        <p:spPr>
          <a:xfrm>
            <a:off x="1840355" y="5989781"/>
            <a:ext cx="4248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左右两图等价</a:t>
            </a:r>
          </a:p>
        </p:txBody>
      </p:sp>
    </p:spTree>
    <p:extLst>
      <p:ext uri="{BB962C8B-B14F-4D97-AF65-F5344CB8AC3E}">
        <p14:creationId xmlns:p14="http://schemas.microsoft.com/office/powerpoint/2010/main" val="254535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B4C84556-89D6-4DA1-A399-262C887B237A}"/>
              </a:ext>
            </a:extLst>
          </p:cNvPr>
          <p:cNvGrpSpPr/>
          <p:nvPr/>
        </p:nvGrpSpPr>
        <p:grpSpPr>
          <a:xfrm>
            <a:off x="0" y="0"/>
            <a:ext cx="8351520" cy="5053330"/>
            <a:chOff x="0" y="0"/>
            <a:chExt cx="8351520" cy="5053330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9C8C4B1-B96E-4B3E-9726-83FC7F15D14F}"/>
                </a:ext>
              </a:extLst>
            </p:cNvPr>
            <p:cNvGrpSpPr/>
            <p:nvPr/>
          </p:nvGrpSpPr>
          <p:grpSpPr>
            <a:xfrm>
              <a:off x="0" y="0"/>
              <a:ext cx="8351520" cy="5053330"/>
              <a:chOff x="0" y="0"/>
              <a:chExt cx="8351520" cy="5053330"/>
            </a:xfrm>
          </p:grpSpPr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EDED7B46-4843-45F9-8885-BFE408C8ACD0}"/>
                  </a:ext>
                </a:extLst>
              </p:cNvPr>
              <p:cNvCxnSpPr/>
              <p:nvPr/>
            </p:nvCxnSpPr>
            <p:spPr>
              <a:xfrm>
                <a:off x="2891155" y="323215"/>
                <a:ext cx="403733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105A9060-2B2E-496A-8B1D-52C908307625}"/>
                  </a:ext>
                </a:extLst>
              </p:cNvPr>
              <p:cNvCxnSpPr/>
              <p:nvPr/>
            </p:nvCxnSpPr>
            <p:spPr>
              <a:xfrm>
                <a:off x="2891155" y="323215"/>
                <a:ext cx="0" cy="436118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9AFC519E-B891-49AC-807D-3489189E1AFF}"/>
                  </a:ext>
                </a:extLst>
              </p:cNvPr>
              <p:cNvCxnSpPr/>
              <p:nvPr/>
            </p:nvCxnSpPr>
            <p:spPr>
              <a:xfrm flipH="1">
                <a:off x="217805" y="323215"/>
                <a:ext cx="2672715" cy="19253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AB2032AA-ACA6-4F7A-91C2-D396D93590F1}"/>
                  </a:ext>
                </a:extLst>
              </p:cNvPr>
              <p:cNvSpPr txBox="1"/>
              <p:nvPr/>
            </p:nvSpPr>
            <p:spPr>
              <a:xfrm>
                <a:off x="0" y="2178050"/>
                <a:ext cx="752475" cy="5232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Y</a:t>
                </a:r>
                <a:endParaRPr lang="zh-CN" altLang="en-US" sz="2800" dirty="0"/>
              </a:p>
            </p:txBody>
          </p:sp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6337AA9D-1779-45CB-B935-3EA01674688E}"/>
                  </a:ext>
                </a:extLst>
              </p:cNvPr>
              <p:cNvSpPr txBox="1"/>
              <p:nvPr/>
            </p:nvSpPr>
            <p:spPr>
              <a:xfrm>
                <a:off x="2698750" y="4684395"/>
                <a:ext cx="928370" cy="3695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Z</a:t>
                </a:r>
                <a:endParaRPr lang="zh-CN" altLang="en-US" dirty="0"/>
              </a:p>
            </p:txBody>
          </p: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1A3E5A49-E46B-4485-A694-98E4A35DDDB9}"/>
                  </a:ext>
                </a:extLst>
              </p:cNvPr>
              <p:cNvSpPr txBox="1"/>
              <p:nvPr/>
            </p:nvSpPr>
            <p:spPr>
              <a:xfrm>
                <a:off x="7163435" y="0"/>
                <a:ext cx="1188085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dirty="0"/>
                  <a:t>X</a:t>
                </a:r>
                <a:endParaRPr lang="zh-CN" altLang="en-US" sz="3600" dirty="0"/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B49E3470-5F83-489F-AB61-252FC0BD76DB}"/>
                </a:ext>
              </a:extLst>
            </p:cNvPr>
            <p:cNvGrpSpPr/>
            <p:nvPr/>
          </p:nvGrpSpPr>
          <p:grpSpPr>
            <a:xfrm>
              <a:off x="1419860" y="385445"/>
              <a:ext cx="1729740" cy="3448050"/>
              <a:chOff x="1419860" y="385445"/>
              <a:chExt cx="1729740" cy="3448050"/>
            </a:xfrm>
          </p:grpSpPr>
          <p:sp>
            <p:nvSpPr>
              <p:cNvPr id="6" name="流程图: 决策 5"/>
              <p:cNvSpPr>
                <a:spLocks/>
              </p:cNvSpPr>
              <p:nvPr/>
            </p:nvSpPr>
            <p:spPr>
              <a:xfrm rot="1740000">
                <a:off x="1419860" y="385445"/>
                <a:ext cx="1730375" cy="3448685"/>
              </a:xfrm>
              <a:prstGeom prst="flowChartDecision"/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numCol="1" vert="horz" anchor="ctr">
                <a:noAutofit/>
              </a:bodyPr>
              <a:lstStyle/>
              <a:p>
                <a:pPr marL="0" indent="0" algn="ctr" fontAlgn="auto" defTabSz="914400" eaLnBrk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1800" cap="none" dirty="0" smtClean="0" b="0" strike="noStrike">
                  <a:latin typeface="等线" charset="0"/>
                  <a:ea typeface="等线" charset="0"/>
                </a:endParaRPr>
              </a:p>
            </p:txBody>
          </p:sp>
          <p:cxnSp>
            <p:nvCxnSpPr>
              <p:cNvPr id="8" name="直接连接符 7"/>
              <p:cNvCxnSpPr/>
              <p:nvPr/>
            </p:nvCxnSpPr>
            <p:spPr>
              <a:xfrm rot="0" flipV="1">
                <a:off x="1468120" y="1499235"/>
                <a:ext cx="1619250" cy="929005"/>
              </a:xfrm>
              <a:prstGeom prst="line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 rot="0">
                <a:off x="2322195" y="1165860"/>
                <a:ext cx="46990" cy="1934845"/>
              </a:xfrm>
              <a:prstGeom prst="line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BFB56199-26BB-4C0A-AF57-F77241C259BF}"/>
                </a:ext>
              </a:extLst>
            </p:cNvPr>
            <p:cNvGrpSpPr/>
            <p:nvPr/>
          </p:nvGrpSpPr>
          <p:grpSpPr>
            <a:xfrm>
              <a:off x="3286760" y="217170"/>
              <a:ext cx="1741170" cy="3484880"/>
              <a:chOff x="3286760" y="217170"/>
              <a:chExt cx="1741170" cy="3484880"/>
            </a:xfrm>
          </p:grpSpPr>
          <p:sp>
            <p:nvSpPr>
              <p:cNvPr id="74" name="流程图: 决策 73"/>
              <p:cNvSpPr>
                <a:spLocks/>
              </p:cNvSpPr>
              <p:nvPr/>
            </p:nvSpPr>
            <p:spPr>
              <a:xfrm rot="1740000">
                <a:off x="3286760" y="217170"/>
                <a:ext cx="1741805" cy="3485515"/>
              </a:xfrm>
              <a:prstGeom prst="flowChartDecision"/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numCol="1" vert="horz" anchor="ctr">
                <a:noAutofit/>
              </a:bodyPr>
              <a:lstStyle/>
              <a:p>
                <a:pPr marL="0" indent="0" algn="ctr" fontAlgn="auto" defTabSz="914400" eaLnBrk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ko-KR" altLang="en-US" sz="1800" cap="none" dirty="0" smtClean="0" b="0" strike="noStrike">
                  <a:latin typeface="等线" charset="0"/>
                  <a:ea typeface="等线" charset="0"/>
                </a:endParaRPr>
              </a:p>
            </p:txBody>
          </p:sp>
          <p:cxnSp>
            <p:nvCxnSpPr>
              <p:cNvPr id="75" name="直接连接符 74"/>
              <p:cNvCxnSpPr/>
              <p:nvPr/>
            </p:nvCxnSpPr>
            <p:spPr>
              <a:xfrm rot="0" flipV="1">
                <a:off x="3399790" y="1531620"/>
                <a:ext cx="1606550" cy="957580"/>
              </a:xfrm>
              <a:prstGeom prst="line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 rot="0" flipH="1">
                <a:off x="4124960" y="960120"/>
                <a:ext cx="108585" cy="2048510"/>
              </a:xfrm>
              <a:prstGeom prst="line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文本框 12"/>
            <p:cNvSpPr txBox="1">
              <a:spLocks/>
            </p:cNvSpPr>
            <p:nvPr/>
          </p:nvSpPr>
          <p:spPr>
            <a:xfrm rot="0">
              <a:off x="2563495" y="1026160"/>
              <a:ext cx="278765" cy="522604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 algn="l" fontAlgn="auto" defTabSz="914400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2800" cap="none" dirty="0" smtClean="0" b="0" strike="noStrike">
                  <a:latin typeface="等线" charset="0"/>
                  <a:ea typeface="等线" charset="0"/>
                </a:rPr>
                <a:t>1</a:t>
              </a:r>
              <a:endParaRPr lang="ko-KR" altLang="en-US" sz="2800" cap="none" dirty="0" smtClean="0" b="0" strike="noStrike">
                <a:latin typeface="等线" charset="0"/>
                <a:ea typeface="等线" charset="0"/>
              </a:endParaRPr>
            </a:p>
          </p:txBody>
        </p:sp>
        <p:sp>
          <p:nvSpPr>
            <p:cNvPr id="14" name="文本框 13"/>
            <p:cNvSpPr txBox="1">
              <a:spLocks/>
            </p:cNvSpPr>
            <p:nvPr/>
          </p:nvSpPr>
          <p:spPr>
            <a:xfrm rot="0">
              <a:off x="1666240" y="2421255"/>
              <a:ext cx="699770" cy="523875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 algn="l" fontAlgn="auto" defTabSz="914400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2800" cap="none" dirty="0" smtClean="0" b="0" strike="noStrike">
                  <a:latin typeface="等线" charset="0"/>
                  <a:ea typeface="等线" charset="0"/>
                </a:rPr>
                <a:t>7</a:t>
              </a:r>
              <a:endParaRPr lang="ko-KR" altLang="en-US" sz="2800" cap="none" dirty="0" smtClean="0" b="0" strike="noStrike">
                <a:latin typeface="等线" charset="0"/>
                <a:ea typeface="等线" charset="0"/>
              </a:endParaRPr>
            </a:p>
          </p:txBody>
        </p:sp>
        <p:sp>
          <p:nvSpPr>
            <p:cNvPr id="78" name="文本框 77"/>
            <p:cNvSpPr txBox="1">
              <a:spLocks/>
            </p:cNvSpPr>
            <p:nvPr/>
          </p:nvSpPr>
          <p:spPr>
            <a:xfrm rot="0">
              <a:off x="1499870" y="1475740"/>
              <a:ext cx="699770" cy="523875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 algn="l" fontAlgn="auto" defTabSz="914400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2800" cap="none" dirty="0" smtClean="0" b="0" strike="noStrike">
                  <a:latin typeface="等线" charset="0"/>
                  <a:ea typeface="等线" charset="0"/>
                </a:rPr>
                <a:t>3</a:t>
              </a:r>
              <a:endParaRPr lang="ko-KR" altLang="en-US" sz="2800" cap="none" dirty="0" smtClean="0" b="0" strike="noStrike">
                <a:latin typeface="等线" charset="0"/>
                <a:ea typeface="等线" charset="0"/>
              </a:endParaRPr>
            </a:p>
          </p:txBody>
        </p:sp>
        <p:sp>
          <p:nvSpPr>
            <p:cNvPr id="79" name="文本框 78"/>
            <p:cNvSpPr txBox="1">
              <a:spLocks/>
            </p:cNvSpPr>
            <p:nvPr/>
          </p:nvSpPr>
          <p:spPr>
            <a:xfrm rot="0">
              <a:off x="3474720" y="1437005"/>
              <a:ext cx="699770" cy="523875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 algn="l" fontAlgn="auto" defTabSz="914400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2800" cap="none" dirty="0" smtClean="0" b="0" strike="noStrike">
                  <a:latin typeface="等线" charset="0"/>
                  <a:ea typeface="等线" charset="0"/>
                </a:rPr>
                <a:t>4</a:t>
              </a:r>
              <a:endParaRPr lang="ko-KR" altLang="en-US" sz="2800" cap="none" dirty="0" smtClean="0" b="0" strike="noStrike">
                <a:latin typeface="等线" charset="0"/>
                <a:ea typeface="等线" charset="0"/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F86D6930-226F-4913-B67E-472BF7740E70}"/>
                </a:ext>
              </a:extLst>
            </p:cNvPr>
            <p:cNvSpPr txBox="1"/>
            <p:nvPr/>
          </p:nvSpPr>
          <p:spPr>
            <a:xfrm>
              <a:off x="2581910" y="2036445"/>
              <a:ext cx="699135" cy="523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5</a:t>
              </a:r>
              <a:endParaRPr lang="zh-CN" altLang="en-US" sz="2800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8FC5824E-4A0F-4B3F-A411-F0F598328ADC}"/>
                </a:ext>
              </a:extLst>
            </p:cNvPr>
            <p:cNvSpPr txBox="1"/>
            <p:nvPr/>
          </p:nvSpPr>
          <p:spPr>
            <a:xfrm>
              <a:off x="4483735" y="1988185"/>
              <a:ext cx="699135" cy="523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6</a:t>
              </a:r>
              <a:endParaRPr lang="zh-CN" altLang="en-US" sz="2800" dirty="0"/>
            </a:p>
          </p:txBody>
        </p:sp>
        <p:sp>
          <p:nvSpPr>
            <p:cNvPr id="82" name="文本框 81"/>
            <p:cNvSpPr txBox="1">
              <a:spLocks/>
            </p:cNvSpPr>
            <p:nvPr/>
          </p:nvSpPr>
          <p:spPr>
            <a:xfrm rot="0">
              <a:off x="4477385" y="938530"/>
              <a:ext cx="748665" cy="522604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 algn="l" fontAlgn="auto" defTabSz="914400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2800" cap="none" dirty="0" smtClean="0" b="0" strike="noStrike">
                  <a:latin typeface="等线" charset="0"/>
                  <a:ea typeface="等线" charset="0"/>
                </a:rPr>
                <a:t>2</a:t>
              </a:r>
              <a:endParaRPr lang="ko-KR" altLang="en-US" sz="2800" cap="none" dirty="0" smtClean="0" b="0" strike="noStrike">
                <a:latin typeface="等线" charset="0"/>
                <a:ea typeface="等线" charset="0"/>
              </a:endParaRPr>
            </a:p>
          </p:txBody>
        </p:sp>
        <p:sp>
          <p:nvSpPr>
            <p:cNvPr id="83" name="文本框 82"/>
            <p:cNvSpPr txBox="1">
              <a:spLocks/>
            </p:cNvSpPr>
            <p:nvPr/>
          </p:nvSpPr>
          <p:spPr>
            <a:xfrm rot="0">
              <a:off x="3562985" y="2528570"/>
              <a:ext cx="699770" cy="523875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 algn="l" fontAlgn="auto" defTabSz="914400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2800" cap="none" dirty="0" smtClean="0" b="0" strike="noStrike">
                  <a:latin typeface="等线" charset="0"/>
                  <a:ea typeface="等线" charset="0"/>
                </a:rPr>
                <a:t>8</a:t>
              </a:r>
              <a:endParaRPr lang="ko-KR" altLang="en-US" sz="2800" cap="none" dirty="0" smtClean="0" b="0" strike="noStrike">
                <a:latin typeface="等线" charset="0"/>
                <a:ea typeface="等线" charset="0"/>
              </a:endParaRP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84574298-C46A-4FEC-B3F3-9641E8B1B193}"/>
              </a:ext>
            </a:extLst>
          </p:cNvPr>
          <p:cNvGrpSpPr/>
          <p:nvPr/>
        </p:nvGrpSpPr>
        <p:grpSpPr>
          <a:xfrm>
            <a:off x="4702810" y="1804670"/>
            <a:ext cx="8351520" cy="5053330"/>
            <a:chOff x="4702810" y="1804670"/>
            <a:chExt cx="8351520" cy="5053330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1C2C85A3-FC6A-46EB-A224-D07415C7CF9B}"/>
                </a:ext>
              </a:extLst>
            </p:cNvPr>
            <p:cNvGrpSpPr/>
            <p:nvPr/>
          </p:nvGrpSpPr>
          <p:grpSpPr>
            <a:xfrm>
              <a:off x="4702810" y="1804670"/>
              <a:ext cx="8351520" cy="5053330"/>
              <a:chOff x="4702810" y="1804670"/>
              <a:chExt cx="8351520" cy="5053330"/>
            </a:xfrm>
          </p:grpSpPr>
          <p:cxnSp>
            <p:nvCxnSpPr>
              <p:cNvPr id="71" name="直接连接符 70">
                <a:extLst>
                  <a:ext uri="{FF2B5EF4-FFF2-40B4-BE49-F238E27FC236}">
                    <a16:creationId xmlns:a16="http://schemas.microsoft.com/office/drawing/2014/main" id="{E7C3919F-94B1-4573-9E76-2103A90D5521}"/>
                  </a:ext>
                </a:extLst>
              </p:cNvPr>
              <p:cNvCxnSpPr/>
              <p:nvPr/>
            </p:nvCxnSpPr>
            <p:spPr>
              <a:xfrm>
                <a:off x="7593965" y="2127885"/>
                <a:ext cx="403733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箭头连接符 71">
                <a:extLst>
                  <a:ext uri="{FF2B5EF4-FFF2-40B4-BE49-F238E27FC236}">
                    <a16:creationId xmlns:a16="http://schemas.microsoft.com/office/drawing/2014/main" id="{8EA9C22C-8F12-4B46-B73E-ADFCED9041D9}"/>
                  </a:ext>
                </a:extLst>
              </p:cNvPr>
              <p:cNvCxnSpPr/>
              <p:nvPr/>
            </p:nvCxnSpPr>
            <p:spPr>
              <a:xfrm>
                <a:off x="7593965" y="2127885"/>
                <a:ext cx="0" cy="436118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箭头连接符 76">
                <a:extLst>
                  <a:ext uri="{FF2B5EF4-FFF2-40B4-BE49-F238E27FC236}">
                    <a16:creationId xmlns:a16="http://schemas.microsoft.com/office/drawing/2014/main" id="{88FA0486-1FFB-4449-BCD2-4076CB8B1778}"/>
                  </a:ext>
                </a:extLst>
              </p:cNvPr>
              <p:cNvCxnSpPr/>
              <p:nvPr/>
            </p:nvCxnSpPr>
            <p:spPr>
              <a:xfrm flipH="1">
                <a:off x="4921250" y="2127885"/>
                <a:ext cx="2672715" cy="19253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BD60CCEB-1ED5-4D8A-BAD7-645E976D194B}"/>
                  </a:ext>
                </a:extLst>
              </p:cNvPr>
              <p:cNvSpPr txBox="1"/>
              <p:nvPr/>
            </p:nvSpPr>
            <p:spPr>
              <a:xfrm>
                <a:off x="4702810" y="3982720"/>
                <a:ext cx="752475" cy="5232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Y</a:t>
                </a:r>
                <a:endParaRPr lang="zh-CN" altLang="en-US" sz="2800" dirty="0"/>
              </a:p>
            </p:txBody>
          </p:sp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4987AB40-2558-4C4C-8F9F-B4A5F30E1675}"/>
                  </a:ext>
                </a:extLst>
              </p:cNvPr>
              <p:cNvSpPr txBox="1"/>
              <p:nvPr/>
            </p:nvSpPr>
            <p:spPr>
              <a:xfrm>
                <a:off x="7401560" y="6488430"/>
                <a:ext cx="928370" cy="3695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Z</a:t>
                </a:r>
                <a:endParaRPr lang="zh-CN" altLang="en-US" dirty="0"/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842E9197-1C02-4909-B540-4795ABB7CD40}"/>
                  </a:ext>
                </a:extLst>
              </p:cNvPr>
              <p:cNvSpPr txBox="1"/>
              <p:nvPr/>
            </p:nvSpPr>
            <p:spPr>
              <a:xfrm>
                <a:off x="11866245" y="1804670"/>
                <a:ext cx="1188085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dirty="0"/>
                  <a:t>X</a:t>
                </a:r>
                <a:endParaRPr lang="zh-CN" altLang="en-US" sz="3600" dirty="0"/>
              </a:p>
            </p:txBody>
          </p: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785C33A9-22DA-45BC-955F-B18560FA44B6}"/>
                </a:ext>
              </a:extLst>
            </p:cNvPr>
            <p:cNvGrpSpPr/>
            <p:nvPr/>
          </p:nvGrpSpPr>
          <p:grpSpPr>
            <a:xfrm>
              <a:off x="6544945" y="2190750"/>
              <a:ext cx="1297305" cy="3484880"/>
              <a:chOff x="6544945" y="2190750"/>
              <a:chExt cx="1297305" cy="3484880"/>
            </a:xfrm>
          </p:grpSpPr>
          <p:sp>
            <p:nvSpPr>
              <p:cNvPr id="68" name="流程图: 决策 67">
                <a:extLst>
                  <a:ext uri="{FF2B5EF4-FFF2-40B4-BE49-F238E27FC236}">
                    <a16:creationId xmlns:a16="http://schemas.microsoft.com/office/drawing/2014/main" id="{DEE61BA5-4953-46FD-ACA4-9BCF3A2FD7BC}"/>
                  </a:ext>
                </a:extLst>
              </p:cNvPr>
              <p:cNvSpPr/>
              <p:nvPr/>
            </p:nvSpPr>
            <p:spPr>
              <a:xfrm rot="1774240">
                <a:off x="6544945" y="2190750"/>
                <a:ext cx="1291590" cy="3484880"/>
              </a:xfrm>
              <a:prstGeom prst="flowChartDecision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9" name="直接连接符 68">
                <a:extLst>
                  <a:ext uri="{FF2B5EF4-FFF2-40B4-BE49-F238E27FC236}">
                    <a16:creationId xmlns:a16="http://schemas.microsoft.com/office/drawing/2014/main" id="{8A1C4568-FA79-4935-A982-01BEC0C28479}"/>
                  </a:ext>
                </a:extLst>
              </p:cNvPr>
              <p:cNvCxnSpPr/>
              <p:nvPr/>
            </p:nvCxnSpPr>
            <p:spPr>
              <a:xfrm flipV="1">
                <a:off x="6553200" y="3395980"/>
                <a:ext cx="1289050" cy="99314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>
                <a:extLst>
                  <a:ext uri="{FF2B5EF4-FFF2-40B4-BE49-F238E27FC236}">
                    <a16:creationId xmlns:a16="http://schemas.microsoft.com/office/drawing/2014/main" id="{1C740262-4970-4C93-BDB1-AE83F889FD4D}"/>
                  </a:ext>
                </a:extLst>
              </p:cNvPr>
              <p:cNvCxnSpPr/>
              <p:nvPr/>
            </p:nvCxnSpPr>
            <p:spPr>
              <a:xfrm flipH="1">
                <a:off x="7071995" y="2967355"/>
                <a:ext cx="278130" cy="193738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10CDB9D6-CA3C-42E1-B254-48389B74BDBC}"/>
                </a:ext>
              </a:extLst>
            </p:cNvPr>
            <p:cNvGrpSpPr/>
            <p:nvPr/>
          </p:nvGrpSpPr>
          <p:grpSpPr>
            <a:xfrm>
              <a:off x="8411210" y="2131060"/>
              <a:ext cx="1297305" cy="3484880"/>
              <a:chOff x="8411210" y="2131060"/>
              <a:chExt cx="1297305" cy="3484880"/>
            </a:xfrm>
          </p:grpSpPr>
          <p:sp>
            <p:nvSpPr>
              <p:cNvPr id="65" name="流程图: 决策 64">
                <a:extLst>
                  <a:ext uri="{FF2B5EF4-FFF2-40B4-BE49-F238E27FC236}">
                    <a16:creationId xmlns:a16="http://schemas.microsoft.com/office/drawing/2014/main" id="{D9B4B5E8-8EB4-4301-B412-929DC88D038A}"/>
                  </a:ext>
                </a:extLst>
              </p:cNvPr>
              <p:cNvSpPr/>
              <p:nvPr/>
            </p:nvSpPr>
            <p:spPr>
              <a:xfrm rot="1774240">
                <a:off x="8411210" y="2131060"/>
                <a:ext cx="1291590" cy="3484880"/>
              </a:xfrm>
              <a:prstGeom prst="flowChartDecision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6" name="直接连接符 65">
                <a:extLst>
                  <a:ext uri="{FF2B5EF4-FFF2-40B4-BE49-F238E27FC236}">
                    <a16:creationId xmlns:a16="http://schemas.microsoft.com/office/drawing/2014/main" id="{B8D65F3C-20EB-447F-BE88-10B30B519166}"/>
                  </a:ext>
                </a:extLst>
              </p:cNvPr>
              <p:cNvCxnSpPr/>
              <p:nvPr/>
            </p:nvCxnSpPr>
            <p:spPr>
              <a:xfrm flipV="1">
                <a:off x="8419465" y="3336290"/>
                <a:ext cx="1289050" cy="99314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>
                <a:extLst>
                  <a:ext uri="{FF2B5EF4-FFF2-40B4-BE49-F238E27FC236}">
                    <a16:creationId xmlns:a16="http://schemas.microsoft.com/office/drawing/2014/main" id="{84FC3E9B-5212-4A31-A3C4-564A97C796B5}"/>
                  </a:ext>
                </a:extLst>
              </p:cNvPr>
              <p:cNvCxnSpPr/>
              <p:nvPr/>
            </p:nvCxnSpPr>
            <p:spPr>
              <a:xfrm flipH="1">
                <a:off x="8938260" y="2907665"/>
                <a:ext cx="278130" cy="193738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62D435CB-E6FD-428A-8983-1EABE1E917B3}"/>
                </a:ext>
              </a:extLst>
            </p:cNvPr>
            <p:cNvSpPr txBox="1"/>
            <p:nvPr/>
          </p:nvSpPr>
          <p:spPr>
            <a:xfrm>
              <a:off x="7462520" y="2907665"/>
              <a:ext cx="278130" cy="523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1</a:t>
              </a:r>
              <a:endParaRPr lang="zh-CN" altLang="en-US" sz="28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CDC78B94-7ACF-4574-84DD-EE7CE7F45606}"/>
                </a:ext>
              </a:extLst>
            </p:cNvPr>
            <p:cNvSpPr txBox="1"/>
            <p:nvPr/>
          </p:nvSpPr>
          <p:spPr>
            <a:xfrm>
              <a:off x="6614160" y="4441190"/>
              <a:ext cx="699135" cy="523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7</a:t>
              </a:r>
              <a:endParaRPr lang="zh-CN" altLang="en-US" sz="28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CA7D59BA-8610-407D-B95D-4D9096A9D862}"/>
                </a:ext>
              </a:extLst>
            </p:cNvPr>
            <p:cNvSpPr txBox="1"/>
            <p:nvPr/>
          </p:nvSpPr>
          <p:spPr>
            <a:xfrm>
              <a:off x="6702425" y="3446780"/>
              <a:ext cx="699135" cy="523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5</a:t>
              </a:r>
              <a:endParaRPr lang="zh-CN" altLang="en-US" sz="28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36C05F7F-8BAB-496D-9DA1-523D722E38DB}"/>
                </a:ext>
              </a:extLst>
            </p:cNvPr>
            <p:cNvSpPr txBox="1"/>
            <p:nvPr/>
          </p:nvSpPr>
          <p:spPr>
            <a:xfrm>
              <a:off x="8598535" y="3437890"/>
              <a:ext cx="699135" cy="523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6</a:t>
              </a:r>
              <a:endParaRPr lang="zh-CN" altLang="en-US" sz="2800" dirty="0"/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E5F75644-DBD5-451E-85E3-9F28CD7F747C}"/>
                </a:ext>
              </a:extLst>
            </p:cNvPr>
            <p:cNvSpPr txBox="1"/>
            <p:nvPr/>
          </p:nvSpPr>
          <p:spPr>
            <a:xfrm>
              <a:off x="7284720" y="3841115"/>
              <a:ext cx="699135" cy="523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3</a:t>
              </a:r>
              <a:endParaRPr lang="zh-CN" altLang="en-US" sz="2800" dirty="0"/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EC88B94E-C492-41C9-8BBA-55E790947B46}"/>
                </a:ext>
              </a:extLst>
            </p:cNvPr>
            <p:cNvSpPr txBox="1"/>
            <p:nvPr/>
          </p:nvSpPr>
          <p:spPr>
            <a:xfrm>
              <a:off x="9186545" y="3792855"/>
              <a:ext cx="699135" cy="523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4</a:t>
              </a:r>
              <a:endParaRPr lang="zh-CN" altLang="en-US" sz="2800" dirty="0"/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F1BF844E-DA0A-4649-B7B7-B84D3C956228}"/>
                </a:ext>
              </a:extLst>
            </p:cNvPr>
            <p:cNvSpPr txBox="1"/>
            <p:nvPr/>
          </p:nvSpPr>
          <p:spPr>
            <a:xfrm>
              <a:off x="9300845" y="2878455"/>
              <a:ext cx="699135" cy="523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2</a:t>
              </a:r>
              <a:endParaRPr lang="zh-CN" altLang="en-US" sz="2800" dirty="0"/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7024BC70-1257-4E0F-A242-5E19D61BBD80}"/>
                </a:ext>
              </a:extLst>
            </p:cNvPr>
            <p:cNvSpPr txBox="1"/>
            <p:nvPr/>
          </p:nvSpPr>
          <p:spPr>
            <a:xfrm>
              <a:off x="8422640" y="4392295"/>
              <a:ext cx="699135" cy="523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8</a:t>
              </a:r>
              <a:endParaRPr lang="zh-CN" altLang="en-US" sz="2800" dirty="0"/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C14F32AC-F300-4080-8057-841E5652EE03}"/>
              </a:ext>
            </a:extLst>
          </p:cNvPr>
          <p:cNvSpPr txBox="1"/>
          <p:nvPr/>
        </p:nvSpPr>
        <p:spPr>
          <a:xfrm>
            <a:off x="8539480" y="550545"/>
            <a:ext cx="3446780" cy="523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左图经过</a:t>
            </a:r>
            <a:r>
              <a:rPr lang="en-US" altLang="zh-CN" sz="2800" dirty="0" err="1"/>
              <a:t>y,z</a:t>
            </a:r>
            <a:r>
              <a:rPr lang="zh-CN" altLang="en-US" sz="2800" dirty="0"/>
              <a:t>转置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22283353-1A2F-49A9-85C1-16C59D1AFAC0}"/>
              </a:ext>
            </a:extLst>
          </p:cNvPr>
          <p:cNvSpPr txBox="1"/>
          <p:nvPr/>
        </p:nvSpPr>
        <p:spPr>
          <a:xfrm>
            <a:off x="276225" y="3516630"/>
            <a:ext cx="1917065" cy="310832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[</a:t>
            </a:r>
          </a:p>
          <a:p>
            <a:r>
              <a:rPr lang="en-US" altLang="zh-CN" sz="2800" dirty="0"/>
              <a:t>  [ [1,2], </a:t>
            </a:r>
          </a:p>
          <a:p>
            <a:r>
              <a:rPr lang="en-US" altLang="zh-CN" sz="2800" dirty="0"/>
              <a:t>    [3,4] ], </a:t>
            </a:r>
          </a:p>
          <a:p>
            <a:endParaRPr lang="en-US" altLang="zh-CN" sz="2800" dirty="0"/>
          </a:p>
          <a:p>
            <a:r>
              <a:rPr lang="en-US" altLang="zh-CN" sz="2800" dirty="0"/>
              <a:t>  [ [5,6], </a:t>
            </a:r>
          </a:p>
          <a:p>
            <a:r>
              <a:rPr lang="en-US" altLang="zh-CN" sz="2800" dirty="0"/>
              <a:t>  [7,8] ]</a:t>
            </a:r>
          </a:p>
          <a:p>
            <a:r>
              <a:rPr lang="en-US" altLang="zh-CN" sz="2800" dirty="0"/>
              <a:t>]</a:t>
            </a:r>
            <a:endParaRPr lang="zh-CN" altLang="en-US" sz="2800" dirty="0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35774A95-9C66-4A86-BC89-147053A35890}"/>
              </a:ext>
            </a:extLst>
          </p:cNvPr>
          <p:cNvSpPr txBox="1"/>
          <p:nvPr/>
        </p:nvSpPr>
        <p:spPr>
          <a:xfrm>
            <a:off x="10133965" y="3133725"/>
            <a:ext cx="1917065" cy="310832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[</a:t>
            </a:r>
          </a:p>
          <a:p>
            <a:r>
              <a:rPr lang="en-US" altLang="zh-CN" sz="2800" dirty="0"/>
              <a:t>  [ [1,2], </a:t>
            </a:r>
          </a:p>
          <a:p>
            <a:r>
              <a:rPr lang="en-US" altLang="zh-CN" sz="2800" dirty="0"/>
              <a:t>    [5,6] ], </a:t>
            </a:r>
          </a:p>
          <a:p>
            <a:endParaRPr lang="en-US" altLang="zh-CN" sz="2800" dirty="0"/>
          </a:p>
          <a:p>
            <a:r>
              <a:rPr lang="en-US" altLang="zh-CN" sz="2800" dirty="0"/>
              <a:t>  [ [3,4], </a:t>
            </a:r>
          </a:p>
          <a:p>
            <a:r>
              <a:rPr lang="en-US" altLang="zh-CN" sz="2800" dirty="0"/>
              <a:t>  [7,8] ]</a:t>
            </a:r>
          </a:p>
          <a:p>
            <a:r>
              <a:rPr lang="en-US" altLang="zh-CN" sz="2800" dirty="0"/>
              <a:t>]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4487939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JisuOffice Show</Application>
  <AppVersion>12.000</AppVersion>
  <Characters>0</Characters>
  <CharactersWithSpaces>0</CharactersWithSpaces>
  <DocSecurity>0</DocSecurity>
  <HyperlinksChanged>false</HyperlinksChanged>
  <Lines>0</Lines>
  <LinksUpToDate>false</LinksUpToDate>
  <Pages>4</Pages>
  <Paragraphs>119</Paragraphs>
  <Words>205</Words>
  <TotalTime>0</TotalTime>
  <MMClips>0</MMClips>
  <ScaleCrop>false</ScaleCrop>
  <HeadingPairs>
    <vt:vector size="2" baseType="variant">
      <vt:variant>
        <vt:lpstr>제목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吴 斌星</dc:creator>
  <cp:lastModifiedBy>springss</cp:lastModifiedBy>
  <dc:title>PowerPoint 演示文稿</dc:title>
  <dcterms:modified xsi:type="dcterms:W3CDTF">2019-04-01T08:29:29Z</dcterms:modified>
</cp:coreProperties>
</file>