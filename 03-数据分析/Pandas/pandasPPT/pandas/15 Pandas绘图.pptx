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svg" ContentType="image/svg+xml"/>
  <Override PartName="/ppt/media/image2.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3"/>
    <p:sldMasterId id="2147483653" r:id="rId4"/>
    <p:sldMasterId id="2147483655" r:id="rId5"/>
    <p:sldMasterId id="2147483657" r:id="rId6"/>
    <p:sldMasterId id="2147483659" r:id="rId7"/>
    <p:sldMasterId id="2147483674" r:id="rId8"/>
  </p:sldMasterIdLst>
  <p:notesMasterIdLst>
    <p:notesMasterId r:id="rId38"/>
  </p:notesMasterIdLst>
  <p:handoutMasterIdLst>
    <p:handoutMasterId r:id="rId39"/>
  </p:handoutMasterIdLst>
  <p:sldIdLst>
    <p:sldId id="462" r:id="rId9"/>
    <p:sldId id="464" r:id="rId10"/>
    <p:sldId id="463" r:id="rId11"/>
    <p:sldId id="465" r:id="rId12"/>
    <p:sldId id="471" r:id="rId13"/>
    <p:sldId id="472" r:id="rId14"/>
    <p:sldId id="473" r:id="rId15"/>
    <p:sldId id="475" r:id="rId16"/>
    <p:sldId id="476" r:id="rId17"/>
    <p:sldId id="477" r:id="rId18"/>
    <p:sldId id="478" r:id="rId19"/>
    <p:sldId id="479" r:id="rId20"/>
    <p:sldId id="496" r:id="rId21"/>
    <p:sldId id="480" r:id="rId22"/>
    <p:sldId id="481" r:id="rId23"/>
    <p:sldId id="482" r:id="rId24"/>
    <p:sldId id="484" r:id="rId25"/>
    <p:sldId id="483" r:id="rId26"/>
    <p:sldId id="485" r:id="rId27"/>
    <p:sldId id="486" r:id="rId28"/>
    <p:sldId id="487" r:id="rId29"/>
    <p:sldId id="488" r:id="rId30"/>
    <p:sldId id="497" r:id="rId31"/>
    <p:sldId id="489" r:id="rId32"/>
    <p:sldId id="490" r:id="rId33"/>
    <p:sldId id="491" r:id="rId34"/>
    <p:sldId id="492" r:id="rId35"/>
    <p:sldId id="493" r:id="rId36"/>
    <p:sldId id="264" r:id="rId3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D2B26"/>
    <a:srgbClr val="49504F"/>
    <a:srgbClr val="B70006"/>
    <a:srgbClr val="FFFFE4"/>
    <a:srgbClr val="919191"/>
    <a:srgbClr val="333333"/>
    <a:srgbClr val="FFFFFF"/>
    <a:srgbClr val="B60206"/>
    <a:srgbClr val="D9D9D9"/>
    <a:srgbClr val="51515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436" autoAdjust="0"/>
    <p:restoredTop sz="95330" autoAdjust="0"/>
  </p:normalViewPr>
  <p:slideViewPr>
    <p:cSldViewPr snapToGrid="0">
      <p:cViewPr varScale="1">
        <p:scale>
          <a:sx n="125" d="100"/>
          <a:sy n="125" d="100"/>
        </p:scale>
        <p:origin x="192" y="648"/>
      </p:cViewPr>
      <p:guideLst/>
    </p:cSldViewPr>
  </p:slideViewPr>
  <p:notesTextViewPr>
    <p:cViewPr>
      <p:scale>
        <a:sx n="1" d="1"/>
        <a:sy n="1" d="1"/>
      </p:scale>
      <p:origin x="0" y="0"/>
    </p:cViewPr>
  </p:notesTextViewPr>
  <p:notesViewPr>
    <p:cSldViewPr snapToGrid="0">
      <p:cViewPr varScale="1">
        <p:scale>
          <a:sx n="97" d="100"/>
          <a:sy n="97" d="100"/>
        </p:scale>
        <p:origin x="3416" y="19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1.xml"/><Relationship Id="rId8" Type="http://schemas.openxmlformats.org/officeDocument/2006/relationships/slideMaster" Target="slideMasters/slideMaster7.xml"/><Relationship Id="rId7" Type="http://schemas.openxmlformats.org/officeDocument/2006/relationships/slideMaster" Target="slideMasters/slideMaster6.xml"/><Relationship Id="rId6" Type="http://schemas.openxmlformats.org/officeDocument/2006/relationships/slideMaster" Target="slideMasters/slideMaster5.xml"/><Relationship Id="rId5" Type="http://schemas.openxmlformats.org/officeDocument/2006/relationships/slideMaster" Target="slideMasters/slideMaster4.xml"/><Relationship Id="rId42" Type="http://schemas.openxmlformats.org/officeDocument/2006/relationships/tableStyles" Target="tableStyles.xml"/><Relationship Id="rId41" Type="http://schemas.openxmlformats.org/officeDocument/2006/relationships/viewProps" Target="viewProps.xml"/><Relationship Id="rId40" Type="http://schemas.openxmlformats.org/officeDocument/2006/relationships/presProps" Target="presProps.xml"/><Relationship Id="rId4" Type="http://schemas.openxmlformats.org/officeDocument/2006/relationships/slideMaster" Target="slideMasters/slideMaster3.xml"/><Relationship Id="rId39" Type="http://schemas.openxmlformats.org/officeDocument/2006/relationships/handoutMaster" Target="handoutMasters/handoutMaster1.xml"/><Relationship Id="rId38" Type="http://schemas.openxmlformats.org/officeDocument/2006/relationships/notesMaster" Target="notesMasters/notesMaster1.xml"/><Relationship Id="rId37" Type="http://schemas.openxmlformats.org/officeDocument/2006/relationships/slide" Target="slides/slide29.xml"/><Relationship Id="rId36" Type="http://schemas.openxmlformats.org/officeDocument/2006/relationships/slide" Target="slides/slide28.xml"/><Relationship Id="rId35" Type="http://schemas.openxmlformats.org/officeDocument/2006/relationships/slide" Target="slides/slide27.xml"/><Relationship Id="rId34" Type="http://schemas.openxmlformats.org/officeDocument/2006/relationships/slide" Target="slides/slide26.xml"/><Relationship Id="rId33" Type="http://schemas.openxmlformats.org/officeDocument/2006/relationships/slide" Target="slides/slide25.xml"/><Relationship Id="rId32" Type="http://schemas.openxmlformats.org/officeDocument/2006/relationships/slide" Target="slides/slide24.xml"/><Relationship Id="rId31" Type="http://schemas.openxmlformats.org/officeDocument/2006/relationships/slide" Target="slides/slide23.xml"/><Relationship Id="rId30" Type="http://schemas.openxmlformats.org/officeDocument/2006/relationships/slide" Target="slides/slide22.xml"/><Relationship Id="rId3" Type="http://schemas.openxmlformats.org/officeDocument/2006/relationships/slideMaster" Target="slideMasters/slideMaster2.xml"/><Relationship Id="rId29" Type="http://schemas.openxmlformats.org/officeDocument/2006/relationships/slide" Target="slides/slide21.xml"/><Relationship Id="rId28" Type="http://schemas.openxmlformats.org/officeDocument/2006/relationships/slide" Target="slides/slide20.xml"/><Relationship Id="rId27" Type="http://schemas.openxmlformats.org/officeDocument/2006/relationships/slide" Target="slides/slide19.xml"/><Relationship Id="rId26" Type="http://schemas.openxmlformats.org/officeDocument/2006/relationships/slide" Target="slides/slide18.xml"/><Relationship Id="rId25" Type="http://schemas.openxmlformats.org/officeDocument/2006/relationships/slide" Target="slides/slide17.xml"/><Relationship Id="rId24" Type="http://schemas.openxmlformats.org/officeDocument/2006/relationships/slide" Target="slides/slide16.xml"/><Relationship Id="rId23" Type="http://schemas.openxmlformats.org/officeDocument/2006/relationships/slide" Target="slides/slide15.xml"/><Relationship Id="rId22" Type="http://schemas.openxmlformats.org/officeDocument/2006/relationships/slide" Target="slides/slide14.xml"/><Relationship Id="rId21" Type="http://schemas.openxmlformats.org/officeDocument/2006/relationships/slide" Target="slides/slide13.xml"/><Relationship Id="rId20" Type="http://schemas.openxmlformats.org/officeDocument/2006/relationships/slide" Target="slides/slide12.xml"/><Relationship Id="rId2" Type="http://schemas.openxmlformats.org/officeDocument/2006/relationships/theme" Target="theme/theme1.xml"/><Relationship Id="rId19" Type="http://schemas.openxmlformats.org/officeDocument/2006/relationships/slide" Target="slides/slide11.xml"/><Relationship Id="rId18" Type="http://schemas.openxmlformats.org/officeDocument/2006/relationships/slide" Target="slides/slide10.xml"/><Relationship Id="rId17" Type="http://schemas.openxmlformats.org/officeDocument/2006/relationships/slide" Target="slides/slide9.xml"/><Relationship Id="rId16" Type="http://schemas.openxmlformats.org/officeDocument/2006/relationships/slide" Target="slides/slide8.xml"/><Relationship Id="rId15" Type="http://schemas.openxmlformats.org/officeDocument/2006/relationships/slide" Target="slides/slide7.xml"/><Relationship Id="rId14" Type="http://schemas.openxmlformats.org/officeDocument/2006/relationships/slide" Target="slides/slide6.xml"/><Relationship Id="rId13" Type="http://schemas.openxmlformats.org/officeDocument/2006/relationships/slide" Target="slides/slide5.xml"/><Relationship Id="rId12" Type="http://schemas.openxmlformats.org/officeDocument/2006/relationships/slide" Target="slides/slide4.xml"/><Relationship Id="rId11" Type="http://schemas.openxmlformats.org/officeDocument/2006/relationships/slide" Target="slides/slide3.xml"/><Relationship Id="rId10" Type="http://schemas.openxmlformats.org/officeDocument/2006/relationships/slide" Target="slides/slide2.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93DFD10-C36A-A44C-AC52-E91D9A58CF7E}" type="datetimeFigureOut">
              <a:rPr kumimoji="1" lang="zh-CN" altLang="en-US" smtClean="0"/>
            </a:fld>
            <a:endParaRPr kumimoji="1"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3F0B397-CD8F-1C4C-97BB-ADF18DDD1C00}"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EE7ACF5-0677-4CC5-89ED-AE83D3F5859D}"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C63F50-FC71-46DD-9BDC-11F985EF414C}"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版式2">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38200" y="2244725"/>
            <a:ext cx="10541000" cy="1158875"/>
          </a:xfrm>
          <a:prstGeom prst="rect">
            <a:avLst/>
          </a:prstGeom>
        </p:spPr>
        <p:txBody>
          <a:bodyPr anchor="ctr"/>
          <a:lstStyle>
            <a:lvl1pPr>
              <a:defRPr sz="7200" b="0" i="0">
                <a:solidFill>
                  <a:schemeClr val="tx1">
                    <a:lumMod val="85000"/>
                    <a:lumOff val="15000"/>
                  </a:schemeClr>
                </a:solidFill>
                <a:latin typeface="Alibaba PuHuiTi B" pitchFamily="18" charset="-122"/>
                <a:ea typeface="Alibaba PuHuiTi B" pitchFamily="18" charset="-122"/>
                <a:cs typeface="Alibaba PuHuiTi B" pitchFamily="18" charset="-122"/>
              </a:defRPr>
            </a:lvl1pPr>
          </a:lstStyle>
          <a:p>
            <a:r>
              <a:rPr kumimoji="1" lang="zh-CN" altLang="en-US" dirty="0"/>
              <a:t>主标题</a:t>
            </a:r>
            <a:endParaRPr kumimoji="1" lang="zh-CN" altLang="en-US" dirty="0"/>
          </a:p>
        </p:txBody>
      </p:sp>
      <p:sp>
        <p:nvSpPr>
          <p:cNvPr id="3" name="文本占位符 3"/>
          <p:cNvSpPr>
            <a:spLocks noGrp="1"/>
          </p:cNvSpPr>
          <p:nvPr>
            <p:ph type="body" sz="quarter" idx="10" hasCustomPrompt="1"/>
          </p:nvPr>
        </p:nvSpPr>
        <p:spPr>
          <a:xfrm>
            <a:off x="838200" y="3454401"/>
            <a:ext cx="10540999" cy="630237"/>
          </a:xfrm>
          <a:prstGeom prst="rect">
            <a:avLst/>
          </a:prstGeom>
        </p:spPr>
        <p:txBody>
          <a:bodyPr anchor="ctr"/>
          <a:lstStyle>
            <a:lvl1pPr algn="ctr">
              <a:buNone/>
              <a:defRPr sz="2400" b="0" i="0">
                <a:solidFill>
                  <a:schemeClr val="tx1">
                    <a:lumMod val="65000"/>
                    <a:lumOff val="35000"/>
                  </a:schemeClr>
                </a:solidFill>
                <a:latin typeface="Alibaba PuHuiTi R" pitchFamily="18" charset="-122"/>
                <a:ea typeface="Alibaba PuHuiTi R" pitchFamily="18" charset="-122"/>
                <a:cs typeface="Alibaba PuHuiTi R" pitchFamily="18" charset="-122"/>
              </a:defRPr>
            </a:lvl1pPr>
          </a:lstStyle>
          <a:p>
            <a:pPr lvl="0"/>
            <a:r>
              <a:rPr kumimoji="1" lang="zh-CN" altLang="en-US" dirty="0"/>
              <a:t>副标题内容，如若没有可以删除</a:t>
            </a:r>
            <a:endParaRPr kumimoji="1"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版式">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a:xfrm>
            <a:off x="5019358" y="1006475"/>
            <a:ext cx="5973761" cy="4256405"/>
          </a:xfrm>
          <a:prstGeom prst="rect">
            <a:avLst/>
          </a:prstGeom>
        </p:spPr>
        <p:txBody>
          <a:bodyPr anchor="ctr"/>
          <a:lstStyle>
            <a:lvl1pPr marL="457200" marR="0" indent="-457200" algn="l" defTabSz="914400" rtl="0" eaLnBrk="0" fontAlgn="base" latinLnBrk="0" hangingPunct="0">
              <a:lnSpc>
                <a:spcPct val="200000"/>
              </a:lnSpc>
              <a:spcBef>
                <a:spcPct val="20000"/>
              </a:spcBef>
              <a:spcAft>
                <a:spcPct val="0"/>
              </a:spcAft>
              <a:buClrTx/>
              <a:buSzTx/>
              <a:buFont typeface="Wingdings" panose="05000000000000000000" pitchFamily="2" charset="2"/>
              <a:buChar char="u"/>
              <a:defRPr sz="1800">
                <a:solidFill>
                  <a:schemeClr val="tx1">
                    <a:lumMod val="75000"/>
                    <a:lumOff val="25000"/>
                  </a:schemeClr>
                </a:solidFill>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marL="457200" marR="0" lvl="0" indent="-457200" algn="l" defTabSz="914400" rtl="0" eaLnBrk="0" fontAlgn="base" latinLnBrk="0" hangingPunct="0">
              <a:lnSpc>
                <a:spcPct val="200000"/>
              </a:lnSpc>
              <a:spcBef>
                <a:spcPct val="20000"/>
              </a:spcBef>
              <a:spcAft>
                <a:spcPct val="0"/>
              </a:spcAft>
              <a:buClrTx/>
              <a:buSzTx/>
              <a:buFont typeface="Wingdings" panose="05000000000000000000" pitchFamily="2" charset="2"/>
              <a:buChar char="u"/>
              <a:defRPr/>
            </a:pPr>
            <a:r>
              <a:rPr kumimoji="1" lang="zh-CN" altLang="en-US" dirty="0"/>
              <a:t>此内容上下居中对齐，可根据实际情况微调位置和字体大小</a:t>
            </a:r>
            <a:endParaRPr kumimoji="1" lang="zh-CN" altLang="en-US" dirty="0"/>
          </a:p>
          <a:p>
            <a:pPr lvl="0"/>
            <a:endParaRPr kumimoji="1"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二级标题+正文内容（无编号）">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710880" y="234029"/>
            <a:ext cx="8771021" cy="517190"/>
          </a:xfrm>
          <a:prstGeom prst="rect">
            <a:avLst/>
          </a:prstGeom>
        </p:spPr>
        <p:txBody>
          <a:bodyPr anchor="ctr" anchorCtr="0"/>
          <a:lstStyle>
            <a:lvl1pPr>
              <a:defRPr sz="2400" b="1" i="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r>
              <a:rPr lang="zh-CN" altLang="en-US" dirty="0"/>
              <a:t>正文标题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10" name="文本占位符 9"/>
          <p:cNvSpPr>
            <a:spLocks noGrp="1"/>
          </p:cNvSpPr>
          <p:nvPr>
            <p:ph type="body" sz="quarter" idx="10" hasCustomPrompt="1"/>
          </p:nvPr>
        </p:nvSpPr>
        <p:spPr>
          <a:xfrm>
            <a:off x="710880" y="940081"/>
            <a:ext cx="10698800" cy="517190"/>
          </a:xfrm>
          <a:prstGeom prst="rect">
            <a:avLst/>
          </a:prstGeom>
        </p:spPr>
        <p:txBody>
          <a:bodyPr anchor="ctr" anchorCtr="0"/>
          <a:lstStyle>
            <a:lvl1pPr marL="0" indent="0">
              <a:buNone/>
              <a:defRPr lang="zh-CN" altLang="en-US" sz="1800" b="1"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二级标题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710880" y="1656000"/>
            <a:ext cx="1069880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学习目标">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a:xfrm>
            <a:off x="4866958" y="1087755"/>
            <a:ext cx="6298881" cy="4855845"/>
          </a:xfrm>
          <a:prstGeom prst="rect">
            <a:avLst/>
          </a:prstGeom>
        </p:spPr>
        <p:txBody>
          <a:bodyPr anchor="ctr"/>
          <a:lstStyle>
            <a:lvl1pPr>
              <a:lnSpc>
                <a:spcPct val="200000"/>
              </a:lnSpc>
              <a:buFont typeface="+mj-lt"/>
              <a:buAutoNum type="arabicPeriod"/>
              <a:defRPr sz="1800">
                <a:solidFill>
                  <a:schemeClr val="tx1">
                    <a:lumMod val="75000"/>
                    <a:lumOff val="25000"/>
                  </a:schemeClr>
                </a:solidFill>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lvl="0"/>
            <a:r>
              <a:rPr kumimoji="1" lang="zh-CN" altLang="en-US" dirty="0"/>
              <a:t>此内容上下居中对齐，可根据实际情况微调位置和字体大小</a:t>
            </a:r>
            <a:endParaRPr kumimoji="1"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章节页版式（一级+二级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5273040" y="2398078"/>
            <a:ext cx="6725920" cy="548322"/>
          </a:xfrm>
          <a:prstGeom prst="rect">
            <a:avLst/>
          </a:prstGeom>
        </p:spPr>
        <p:txBody>
          <a:bodyPr anchor="t">
            <a:normAutofit/>
          </a:bodyPr>
          <a:lstStyle>
            <a:lvl1pPr algn="l">
              <a:defRPr sz="3600" b="0" i="0">
                <a:solidFill>
                  <a:schemeClr val="tx1">
                    <a:lumMod val="85000"/>
                    <a:lumOff val="15000"/>
                  </a:schemeClr>
                </a:solidFill>
                <a:latin typeface="Alibaba PuHuiTi B" pitchFamily="18" charset="-122"/>
                <a:ea typeface="Alibaba PuHuiTi B" pitchFamily="18" charset="-122"/>
                <a:cs typeface="Alibaba PuHuiTi B" pitchFamily="18" charset="-122"/>
              </a:defRPr>
            </a:lvl1pPr>
          </a:lstStyle>
          <a:p>
            <a:r>
              <a:rPr kumimoji="1" lang="zh-CN" altLang="en-US" dirty="0"/>
              <a:t>标题，右侧章节自行设置，如</a:t>
            </a:r>
            <a:r>
              <a:rPr kumimoji="1" lang="en-US" altLang="zh-CN" dirty="0"/>
              <a:t>01</a:t>
            </a:r>
            <a:endParaRPr kumimoji="1" lang="zh-CN" altLang="en-US" dirty="0"/>
          </a:p>
        </p:txBody>
      </p:sp>
      <p:sp>
        <p:nvSpPr>
          <p:cNvPr id="16" name="文本占位符 15"/>
          <p:cNvSpPr>
            <a:spLocks noGrp="1"/>
          </p:cNvSpPr>
          <p:nvPr>
            <p:ph type="body" idx="10" hasCustomPrompt="1"/>
          </p:nvPr>
        </p:nvSpPr>
        <p:spPr>
          <a:xfrm>
            <a:off x="5273040" y="3069272"/>
            <a:ext cx="5466080" cy="2031047"/>
          </a:xfrm>
          <a:prstGeom prst="rect">
            <a:avLst/>
          </a:prstGeom>
        </p:spPr>
        <p:txBody>
          <a:bodyPr/>
          <a:lstStyle>
            <a:lvl1pPr>
              <a:lnSpc>
                <a:spcPct val="150000"/>
              </a:lnSpc>
              <a:defRPr sz="1600" b="0" i="0">
                <a:solidFill>
                  <a:schemeClr val="tx1">
                    <a:lumMod val="65000"/>
                    <a:lumOff val="35000"/>
                  </a:schemeClr>
                </a:solidFill>
                <a:latin typeface="Alibaba PuHuiTi R" pitchFamily="18" charset="-122"/>
                <a:ea typeface="Alibaba PuHuiTi R" pitchFamily="18" charset="-122"/>
                <a:cs typeface="Alibaba PuHuiTi R" pitchFamily="18" charset="-122"/>
              </a:defRPr>
            </a:lvl1pPr>
            <a:lvl2pPr>
              <a:buNone/>
              <a:defRPr b="0" i="0">
                <a:latin typeface="Alibaba PuHuiTi R" pitchFamily="18" charset="-122"/>
                <a:ea typeface="Alibaba PuHuiTi R" pitchFamily="18" charset="-122"/>
                <a:cs typeface="Alibaba PuHuiTi R" pitchFamily="18" charset="-122"/>
              </a:defRPr>
            </a:lvl2pPr>
            <a:lvl3pPr>
              <a:defRPr b="0" i="0">
                <a:latin typeface="Alibaba PuHuiTi R" pitchFamily="18" charset="-122"/>
                <a:ea typeface="Alibaba PuHuiTi R" pitchFamily="18" charset="-122"/>
                <a:cs typeface="Alibaba PuHuiTi R" pitchFamily="18" charset="-122"/>
              </a:defRPr>
            </a:lvl3pPr>
            <a:lvl4pPr>
              <a:defRPr b="0" i="0">
                <a:latin typeface="Alibaba PuHuiTi R" pitchFamily="18" charset="-122"/>
                <a:ea typeface="Alibaba PuHuiTi R" pitchFamily="18" charset="-122"/>
                <a:cs typeface="Alibaba PuHuiTi R" pitchFamily="18" charset="-122"/>
              </a:defRPr>
            </a:lvl4pPr>
            <a:lvl5pPr>
              <a:defRPr b="0" i="0">
                <a:latin typeface="Alibaba PuHuiTi R" pitchFamily="18" charset="-122"/>
                <a:ea typeface="Alibaba PuHuiTi R" pitchFamily="18" charset="-122"/>
                <a:cs typeface="Alibaba PuHuiTi R" pitchFamily="18" charset="-122"/>
              </a:defRPr>
            </a:lvl5pPr>
          </a:lstStyle>
          <a:p>
            <a:pPr lvl="0"/>
            <a:r>
              <a:rPr kumimoji="1" lang="zh-CN" altLang="en-US" dirty="0"/>
              <a:t>输入具体主讲内容</a:t>
            </a:r>
            <a:endParaRPr kumimoji="1" lang="en-US" altLang="zh-CN" dirty="0"/>
          </a:p>
          <a:p>
            <a:pPr lvl="0"/>
            <a:r>
              <a:rPr kumimoji="1" lang="zh-CN" altLang="en-US" dirty="0"/>
              <a:t>可根据标题数量调整字体大小</a:t>
            </a:r>
            <a:endParaRPr kumimoji="1" lang="zh-CN" altLang="en-US" dirty="0"/>
          </a:p>
        </p:txBody>
      </p:sp>
      <p:sp>
        <p:nvSpPr>
          <p:cNvPr id="17" name="文本占位符 13"/>
          <p:cNvSpPr>
            <a:spLocks noGrp="1"/>
          </p:cNvSpPr>
          <p:nvPr>
            <p:ph type="body" sz="quarter" idx="11" hasCustomPrompt="1"/>
          </p:nvPr>
        </p:nvSpPr>
        <p:spPr>
          <a:xfrm>
            <a:off x="3881755" y="2468880"/>
            <a:ext cx="1127125" cy="1148080"/>
          </a:xfrm>
          <a:prstGeom prst="rect">
            <a:avLst/>
          </a:prstGeom>
        </p:spPr>
        <p:txBody>
          <a:bodyPr anchor="ctr"/>
          <a:lstStyle>
            <a:lvl1pPr algn="ctr">
              <a:buNone/>
              <a:defRPr sz="4000" b="1" i="0">
                <a:solidFill>
                  <a:srgbClr val="FFFFFF"/>
                </a:solidFill>
                <a:latin typeface="Alibaba PuHuiTi B" pitchFamily="18" charset="-122"/>
                <a:ea typeface="Alibaba PuHuiTi B" pitchFamily="18" charset="-122"/>
                <a:cs typeface="Alibaba PuHuiTi B" pitchFamily="18" charset="-122"/>
              </a:defRPr>
            </a:lvl1pPr>
            <a:lvl2pPr>
              <a:buNone/>
              <a:defRPr/>
            </a:lvl2pPr>
            <a:lvl3pPr>
              <a:buNone/>
              <a:defRPr/>
            </a:lvl3pPr>
            <a:lvl4pPr>
              <a:buNone/>
              <a:defRPr/>
            </a:lvl4pPr>
            <a:lvl5pPr>
              <a:buNone/>
              <a:defRPr/>
            </a:lvl5pPr>
          </a:lstStyle>
          <a:p>
            <a:pPr lvl="0"/>
            <a:r>
              <a:rPr kumimoji="1" lang="zh-CN" altLang="en-US" dirty="0"/>
              <a:t>章</a:t>
            </a:r>
            <a:endParaRPr kumimoji="1" lang="zh-CN"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章节页版式（一级标题）">
    <p:spTree>
      <p:nvGrpSpPr>
        <p:cNvPr id="1" name=""/>
        <p:cNvGrpSpPr/>
        <p:nvPr/>
      </p:nvGrpSpPr>
      <p:grpSpPr>
        <a:xfrm>
          <a:off x="0" y="0"/>
          <a:ext cx="0" cy="0"/>
          <a:chOff x="0" y="0"/>
          <a:chExt cx="0" cy="0"/>
        </a:xfrm>
      </p:grpSpPr>
      <p:sp>
        <p:nvSpPr>
          <p:cNvPr id="12" name="标题 11"/>
          <p:cNvSpPr>
            <a:spLocks noGrp="1"/>
          </p:cNvSpPr>
          <p:nvPr>
            <p:ph type="title" hasCustomPrompt="1"/>
          </p:nvPr>
        </p:nvSpPr>
        <p:spPr>
          <a:xfrm>
            <a:off x="5232400" y="2766218"/>
            <a:ext cx="6654800" cy="1325563"/>
          </a:xfrm>
          <a:prstGeom prst="rect">
            <a:avLst/>
          </a:prstGeom>
        </p:spPr>
        <p:txBody>
          <a:bodyPr/>
          <a:lstStyle>
            <a:lvl1pPr>
              <a:defRPr sz="3200" b="0" i="0">
                <a:solidFill>
                  <a:schemeClr val="tx1">
                    <a:lumMod val="85000"/>
                    <a:lumOff val="15000"/>
                  </a:schemeClr>
                </a:solidFill>
                <a:latin typeface="Alibaba PuHuiTi B" pitchFamily="18" charset="-122"/>
                <a:ea typeface="Alibaba PuHuiTi B" pitchFamily="18" charset="-122"/>
                <a:cs typeface="Alibaba PuHuiTi B" pitchFamily="18" charset="-122"/>
              </a:defRPr>
            </a:lvl1pPr>
          </a:lstStyle>
          <a:p>
            <a:r>
              <a:rPr kumimoji="1" lang="zh-CN" altLang="en-US" dirty="0"/>
              <a:t>章节标题，右侧章节数字需自行设置</a:t>
            </a:r>
            <a:endParaRPr kumimoji="1" lang="zh-CN" altLang="en-US" dirty="0"/>
          </a:p>
        </p:txBody>
      </p:sp>
      <p:sp>
        <p:nvSpPr>
          <p:cNvPr id="14" name="文本占位符 13"/>
          <p:cNvSpPr>
            <a:spLocks noGrp="1"/>
          </p:cNvSpPr>
          <p:nvPr>
            <p:ph type="body" sz="quarter" idx="10" hasCustomPrompt="1"/>
          </p:nvPr>
        </p:nvSpPr>
        <p:spPr>
          <a:xfrm>
            <a:off x="3881755" y="2468880"/>
            <a:ext cx="1127125" cy="1148080"/>
          </a:xfrm>
          <a:prstGeom prst="rect">
            <a:avLst/>
          </a:prstGeom>
        </p:spPr>
        <p:txBody>
          <a:bodyPr anchor="ctr"/>
          <a:lstStyle>
            <a:lvl1pPr algn="ctr">
              <a:buNone/>
              <a:defRPr sz="4000" b="1" i="0">
                <a:solidFill>
                  <a:srgbClr val="FFFFFF"/>
                </a:solidFill>
                <a:latin typeface="Alibaba PuHuiTi B" pitchFamily="18" charset="-122"/>
                <a:ea typeface="Alibaba PuHuiTi B" pitchFamily="18" charset="-122"/>
                <a:cs typeface="Alibaba PuHuiTi B" pitchFamily="18" charset="-122"/>
              </a:defRPr>
            </a:lvl1pPr>
            <a:lvl2pPr>
              <a:buNone/>
              <a:defRPr/>
            </a:lvl2pPr>
            <a:lvl3pPr>
              <a:buNone/>
              <a:defRPr/>
            </a:lvl3pPr>
            <a:lvl4pPr>
              <a:buNone/>
              <a:defRPr/>
            </a:lvl4pPr>
            <a:lvl5pPr>
              <a:buNone/>
              <a:defRPr/>
            </a:lvl5pPr>
          </a:lstStyle>
          <a:p>
            <a:pPr lvl="0"/>
            <a:r>
              <a:rPr kumimoji="1" lang="zh-CN" altLang="en-US" dirty="0"/>
              <a:t>章</a:t>
            </a:r>
            <a:endParaRPr kumimoji="1"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二级标题+正文内容（无编号）">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710880" y="234029"/>
            <a:ext cx="8771021" cy="517190"/>
          </a:xfrm>
          <a:prstGeom prst="rect">
            <a:avLst/>
          </a:prstGeom>
        </p:spPr>
        <p:txBody>
          <a:bodyPr anchor="ctr" anchorCtr="0"/>
          <a:lstStyle>
            <a:lvl1pPr>
              <a:defRPr sz="2400" b="1" i="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r>
              <a:rPr lang="zh-CN" altLang="en-US" dirty="0"/>
              <a:t>正文标题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10" name="文本占位符 9"/>
          <p:cNvSpPr>
            <a:spLocks noGrp="1"/>
          </p:cNvSpPr>
          <p:nvPr>
            <p:ph type="body" sz="quarter" idx="10" hasCustomPrompt="1"/>
          </p:nvPr>
        </p:nvSpPr>
        <p:spPr>
          <a:xfrm>
            <a:off x="710880" y="940081"/>
            <a:ext cx="10698800" cy="517190"/>
          </a:xfrm>
          <a:prstGeom prst="rect">
            <a:avLst/>
          </a:prstGeom>
        </p:spPr>
        <p:txBody>
          <a:bodyPr anchor="ctr" anchorCtr="0"/>
          <a:lstStyle>
            <a:lvl1pPr marL="0" indent="0">
              <a:buNone/>
              <a:defRPr lang="zh-CN" altLang="en-US" sz="1800" b="1"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二级标题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710880" y="1656000"/>
            <a:ext cx="1069880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二级标题+正文内容（项目符号）">
    <p:spTree>
      <p:nvGrpSpPr>
        <p:cNvPr id="1" name=""/>
        <p:cNvGrpSpPr/>
        <p:nvPr/>
      </p:nvGrpSpPr>
      <p:grpSpPr>
        <a:xfrm>
          <a:off x="0" y="0"/>
          <a:ext cx="0" cy="0"/>
          <a:chOff x="0" y="0"/>
          <a:chExt cx="0" cy="0"/>
        </a:xfrm>
      </p:grpSpPr>
      <p:sp>
        <p:nvSpPr>
          <p:cNvPr id="4" name="文本占位符 11"/>
          <p:cNvSpPr>
            <a:spLocks noGrp="1"/>
          </p:cNvSpPr>
          <p:nvPr>
            <p:ph type="body" sz="quarter" idx="11" hasCustomPrompt="1"/>
          </p:nvPr>
        </p:nvSpPr>
        <p:spPr>
          <a:xfrm>
            <a:off x="710881" y="1646133"/>
            <a:ext cx="10749598" cy="4219575"/>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en-US" altLang="zh-CN" sz="1600" b="0" i="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455" indent="-358775">
              <a:lnSpc>
                <a:spcPct val="150000"/>
              </a:lnSpc>
              <a:buFont typeface="Wingdings" panose="05000000000000000000" pitchFamily="2" charset="2"/>
              <a:buChar char="l"/>
              <a:defRPr lang="en-US" altLang="zh-CN" sz="1400" b="0" i="0" dirty="0">
                <a:latin typeface="Alibaba PuHuiTi R" pitchFamily="18" charset="-122"/>
                <a:ea typeface="Alibaba PuHuiTi R" pitchFamily="18" charset="-122"/>
                <a:cs typeface="Alibaba PuHuiTi R" pitchFamily="18" charset="-122"/>
              </a:defRPr>
            </a:lvl2pPr>
            <a:lvl3pPr marL="1079500" indent="-358775">
              <a:lnSpc>
                <a:spcPct val="150000"/>
              </a:lnSpc>
              <a:buFont typeface="Arial" panose="020B0604020202090204" pitchFamily="34" charset="0"/>
              <a:buChar char="•"/>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
        <p:nvSpPr>
          <p:cNvPr id="5" name="标题 1"/>
          <p:cNvSpPr>
            <a:spLocks noGrp="1"/>
          </p:cNvSpPr>
          <p:nvPr>
            <p:ph type="title" hasCustomPrompt="1"/>
          </p:nvPr>
        </p:nvSpPr>
        <p:spPr>
          <a:xfrm>
            <a:off x="710880" y="24418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6" name="文本占位符 9"/>
          <p:cNvSpPr>
            <a:spLocks noGrp="1"/>
          </p:cNvSpPr>
          <p:nvPr>
            <p:ph type="body" sz="quarter" idx="10" hasCustomPrompt="1"/>
          </p:nvPr>
        </p:nvSpPr>
        <p:spPr>
          <a:xfrm>
            <a:off x="710880" y="940081"/>
            <a:ext cx="10749599" cy="517190"/>
          </a:xfrm>
          <a:prstGeom prst="rect">
            <a:avLst/>
          </a:prstGeom>
        </p:spPr>
        <p:txBody>
          <a:bodyPr anchor="ctr" anchorCtr="0"/>
          <a:lstStyle>
            <a:lvl1pPr marL="0" indent="0">
              <a:buNone/>
              <a:defRPr lang="zh-CN" altLang="en-US" sz="1800" b="1"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二级标题</a:t>
            </a:r>
            <a:r>
              <a:rPr lang="en-US" altLang="zh-CN" dirty="0"/>
              <a:t>-</a:t>
            </a:r>
            <a:r>
              <a:rPr lang="zh-CN" altLang="en-US" dirty="0"/>
              <a:t>阿里巴巴普惠体</a:t>
            </a:r>
            <a:r>
              <a:rPr lang="en-US" altLang="zh-CN" dirty="0"/>
              <a:t>18</a:t>
            </a:r>
            <a:r>
              <a:rPr lang="zh-CN" altLang="en-US" dirty="0"/>
              <a:t>号</a:t>
            </a:r>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二级标题+正文内容（数字编号）">
    <p:spTree>
      <p:nvGrpSpPr>
        <p:cNvPr id="1" name=""/>
        <p:cNvGrpSpPr/>
        <p:nvPr/>
      </p:nvGrpSpPr>
      <p:grpSpPr>
        <a:xfrm>
          <a:off x="0" y="0"/>
          <a:ext cx="0" cy="0"/>
          <a:chOff x="0" y="0"/>
          <a:chExt cx="0" cy="0"/>
        </a:xfrm>
      </p:grpSpPr>
      <p:sp>
        <p:nvSpPr>
          <p:cNvPr id="4" name="文本占位符 11"/>
          <p:cNvSpPr>
            <a:spLocks noGrp="1"/>
          </p:cNvSpPr>
          <p:nvPr>
            <p:ph type="body" sz="quarter" idx="11" hasCustomPrompt="1"/>
          </p:nvPr>
        </p:nvSpPr>
        <p:spPr>
          <a:xfrm>
            <a:off x="710879" y="1646133"/>
            <a:ext cx="10719120" cy="4219575"/>
          </a:xfrm>
          <a:prstGeom prst="rect">
            <a:avLst/>
          </a:prstGeom>
        </p:spPr>
        <p:txBody>
          <a:bodyPr/>
          <a:lstStyle>
            <a:lvl1pPr marL="360045" indent="-360045">
              <a:lnSpc>
                <a:spcPct val="150000"/>
              </a:lnSpc>
              <a:buClr>
                <a:srgbClr val="404040"/>
              </a:buClr>
              <a:buSzPct val="85000"/>
              <a:buFont typeface="+mj-lt"/>
              <a:buAutoNum type="arabicPeriod"/>
              <a:def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20090" indent="-360045">
              <a:lnSpc>
                <a:spcPct val="150000"/>
              </a:lnSpc>
              <a:buFont typeface="+mj-lt"/>
              <a:buAutoNum type="arabicPeriod"/>
              <a:defRPr lang="en-US" altLang="zh-CN" sz="1400" b="0" i="0" dirty="0">
                <a:latin typeface="Alibaba PuHuiTi R" pitchFamily="18" charset="-122"/>
                <a:ea typeface="Alibaba PuHuiTi R" pitchFamily="18" charset="-122"/>
                <a:cs typeface="Alibaba PuHuiTi R" pitchFamily="18" charset="-122"/>
              </a:defRPr>
            </a:lvl2pPr>
            <a:lvl3pPr marL="1079500" indent="-358775">
              <a:lnSpc>
                <a:spcPct val="150000"/>
              </a:lnSpc>
              <a:buFont typeface="+mj-ea"/>
              <a:buAutoNum type="circleNumDbPlain"/>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
        <p:nvSpPr>
          <p:cNvPr id="5"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6" name="文本占位符 9"/>
          <p:cNvSpPr>
            <a:spLocks noGrp="1"/>
          </p:cNvSpPr>
          <p:nvPr>
            <p:ph type="body" sz="quarter" idx="10" hasCustomPrompt="1"/>
          </p:nvPr>
        </p:nvSpPr>
        <p:spPr>
          <a:xfrm>
            <a:off x="710881" y="940081"/>
            <a:ext cx="10719120" cy="517190"/>
          </a:xfrm>
          <a:prstGeom prst="rect">
            <a:avLst/>
          </a:prstGeom>
        </p:spPr>
        <p:txBody>
          <a:bodyPr anchor="ctr" anchorCtr="0"/>
          <a:lstStyle>
            <a:lvl1pPr marL="0" indent="0">
              <a:buNone/>
              <a:defRPr sz="1800" b="1">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二级标题</a:t>
            </a:r>
            <a:r>
              <a:rPr lang="en-US" altLang="zh-CN" dirty="0"/>
              <a:t>-</a:t>
            </a:r>
            <a:r>
              <a:rPr lang="zh-CN" altLang="en-US" dirty="0"/>
              <a:t>阿里巴巴普惠体</a:t>
            </a:r>
            <a:r>
              <a:rPr lang="en-US" altLang="zh-CN" dirty="0"/>
              <a:t>18</a:t>
            </a:r>
            <a:r>
              <a:rPr lang="zh-CN" altLang="en-US" dirty="0"/>
              <a:t>号</a:t>
            </a:r>
            <a:endParaRPr lang="zh-CN"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二级标题">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5" name="文本占位符 9"/>
          <p:cNvSpPr>
            <a:spLocks noGrp="1"/>
          </p:cNvSpPr>
          <p:nvPr>
            <p:ph type="body" sz="quarter" idx="10" hasCustomPrompt="1"/>
          </p:nvPr>
        </p:nvSpPr>
        <p:spPr>
          <a:xfrm>
            <a:off x="710880" y="940081"/>
            <a:ext cx="10748056" cy="517190"/>
          </a:xfrm>
          <a:prstGeom prst="rect">
            <a:avLst/>
          </a:prstGeom>
        </p:spPr>
        <p:txBody>
          <a:bodyPr anchor="ctr" anchorCtr="0"/>
          <a:lstStyle>
            <a:lvl1pPr marL="0" indent="0">
              <a:buNone/>
              <a:defRPr sz="1800" b="1">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二级标题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6" name="文本占位符 11"/>
          <p:cNvSpPr>
            <a:spLocks noGrp="1"/>
          </p:cNvSpPr>
          <p:nvPr>
            <p:ph type="body" sz="quarter" idx="11" hasCustomPrompt="1"/>
          </p:nvPr>
        </p:nvSpPr>
        <p:spPr>
          <a:xfrm>
            <a:off x="710880" y="1646133"/>
            <a:ext cx="10748057" cy="4219575"/>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zh-CN" altLang="en-US" sz="16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455" indent="-358775">
              <a:buFont typeface="Wingdings" panose="05000000000000000000" pitchFamily="2" charset="2"/>
              <a:buChar char="l"/>
              <a:defRPr lang="en-US" altLang="zh-CN"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2pPr>
            <a:lvl3pPr marL="1079500" indent="-358775">
              <a:buFont typeface="Wingdings" panose="05000000000000000000" pitchFamily="2" charset="2"/>
              <a:buChar char="l"/>
              <a:defRPr lang="zh-CN" altLang="en-US"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3pPr>
          </a:lstStyle>
          <a:p>
            <a:pPr lvl="0"/>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1</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2</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1</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2</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正文内容（无编号）">
    <p:spTree>
      <p:nvGrpSpPr>
        <p:cNvPr id="1" name=""/>
        <p:cNvGrpSpPr/>
        <p:nvPr/>
      </p:nvGrpSpPr>
      <p:grpSpPr>
        <a:xfrm>
          <a:off x="0" y="0"/>
          <a:ext cx="0" cy="0"/>
          <a:chOff x="0" y="0"/>
          <a:chExt cx="0" cy="0"/>
        </a:xfrm>
      </p:grpSpPr>
      <p:sp>
        <p:nvSpPr>
          <p:cNvPr id="12" name="文本占位符 11"/>
          <p:cNvSpPr>
            <a:spLocks noGrp="1"/>
          </p:cNvSpPr>
          <p:nvPr>
            <p:ph type="body" sz="quarter" idx="11" hasCustomPrompt="1"/>
          </p:nvPr>
        </p:nvSpPr>
        <p:spPr>
          <a:xfrm>
            <a:off x="710880" y="940081"/>
            <a:ext cx="9845675" cy="4871439"/>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正文内容（数字符号）">
    <p:spTree>
      <p:nvGrpSpPr>
        <p:cNvPr id="1" name=""/>
        <p:cNvGrpSpPr/>
        <p:nvPr/>
      </p:nvGrpSpPr>
      <p:grpSpPr>
        <a:xfrm>
          <a:off x="0" y="0"/>
          <a:ext cx="0" cy="0"/>
          <a:chOff x="0" y="0"/>
          <a:chExt cx="0" cy="0"/>
        </a:xfrm>
      </p:grpSpPr>
      <p:sp>
        <p:nvSpPr>
          <p:cNvPr id="5"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 name="文本占位符 11"/>
          <p:cNvSpPr>
            <a:spLocks noGrp="1"/>
          </p:cNvSpPr>
          <p:nvPr>
            <p:ph type="body" sz="quarter" idx="11" hasCustomPrompt="1"/>
          </p:nvPr>
        </p:nvSpPr>
        <p:spPr>
          <a:xfrm>
            <a:off x="710879" y="934933"/>
            <a:ext cx="10719120" cy="4219575"/>
          </a:xfrm>
          <a:prstGeom prst="rect">
            <a:avLst/>
          </a:prstGeom>
        </p:spPr>
        <p:txBody>
          <a:bodyPr/>
          <a:lstStyle>
            <a:lvl1pPr marL="360045" indent="-360045">
              <a:lnSpc>
                <a:spcPct val="150000"/>
              </a:lnSpc>
              <a:buClr>
                <a:srgbClr val="404040"/>
              </a:buClr>
              <a:buSzPct val="85000"/>
              <a:buFont typeface="+mj-lt"/>
              <a:buAutoNum type="arabicPeriod"/>
              <a:def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20090" indent="-360045">
              <a:lnSpc>
                <a:spcPct val="150000"/>
              </a:lnSpc>
              <a:buFont typeface="+mj-lt"/>
              <a:buAutoNum type="arabicPeriod"/>
              <a:defRPr lang="en-US" altLang="zh-CN" sz="1400" b="0" i="0" dirty="0">
                <a:latin typeface="Alibaba PuHuiTi R" pitchFamily="18" charset="-122"/>
                <a:ea typeface="Alibaba PuHuiTi R" pitchFamily="18" charset="-122"/>
                <a:cs typeface="Alibaba PuHuiTi R" pitchFamily="18" charset="-122"/>
              </a:defRPr>
            </a:lvl2pPr>
            <a:lvl3pPr marL="1079500" indent="-358775">
              <a:lnSpc>
                <a:spcPct val="150000"/>
              </a:lnSpc>
              <a:buFont typeface="+mj-ea"/>
              <a:buAutoNum type="circleNumDbPlain"/>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正文内容+项目编号">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 name="文本占位符 11"/>
          <p:cNvSpPr>
            <a:spLocks noGrp="1"/>
          </p:cNvSpPr>
          <p:nvPr>
            <p:ph type="body" sz="quarter" idx="11" hasCustomPrompt="1"/>
          </p:nvPr>
        </p:nvSpPr>
        <p:spPr>
          <a:xfrm>
            <a:off x="710880" y="945093"/>
            <a:ext cx="10748057" cy="4219575"/>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zh-CN" altLang="en-US" sz="16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455" indent="-358775">
              <a:buFont typeface="Wingdings" panose="05000000000000000000" pitchFamily="2" charset="2"/>
              <a:buChar char="l"/>
              <a:defRPr lang="en-US" altLang="zh-CN"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2pPr>
            <a:lvl3pPr marL="1079500" indent="-358775">
              <a:buFont typeface="Wingdings" panose="05000000000000000000" pitchFamily="2" charset="2"/>
              <a:buChar char="l"/>
              <a:defRPr lang="zh-CN" altLang="en-US"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3pPr>
          </a:lstStyle>
          <a:p>
            <a:pPr lvl="0"/>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1</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2</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1</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2</a:t>
            </a:r>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自由发挥">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案例">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正文标题</a:t>
            </a:r>
            <a:r>
              <a:rPr lang="en-US" altLang="zh-CN" dirty="0"/>
              <a:t>-</a:t>
            </a:r>
            <a:r>
              <a:rPr lang="zh-CN" altLang="en-US" dirty="0"/>
              <a:t>阿里巴巴普惠体</a:t>
            </a:r>
            <a:r>
              <a:rPr lang="en-US" altLang="zh-CN" dirty="0"/>
              <a:t>24</a:t>
            </a:r>
            <a:r>
              <a:rPr lang="zh-CN" altLang="en-US" dirty="0"/>
              <a:t>号</a:t>
            </a:r>
            <a:endParaRPr lang="zh-CN" altLang="en-US" dirty="0"/>
          </a:p>
        </p:txBody>
      </p:sp>
      <p:grpSp>
        <p:nvGrpSpPr>
          <p:cNvPr id="6" name="组合 5"/>
          <p:cNvGrpSpPr/>
          <p:nvPr userDrawn="1"/>
        </p:nvGrpSpPr>
        <p:grpSpPr>
          <a:xfrm>
            <a:off x="806306" y="96897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9" name="图形 8"/>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Alibaba PuHuiTi B" pitchFamily="18" charset="-122"/>
                  <a:ea typeface="Alibaba PuHuiTi B" pitchFamily="18" charset="-122"/>
                  <a:cs typeface="Alibaba PuHuiTi B" pitchFamily="18" charset="-122"/>
                </a:rPr>
                <a:t>案例</a:t>
              </a:r>
              <a:endParaRPr lang="zh-CN" altLang="en-US" dirty="0">
                <a:solidFill>
                  <a:srgbClr val="AD2B26"/>
                </a:solidFill>
                <a:latin typeface="Alibaba PuHuiTi B" pitchFamily="18" charset="-122"/>
                <a:ea typeface="Alibaba PuHuiTi B" pitchFamily="18" charset="-122"/>
                <a:cs typeface="Alibaba PuHuiTi B" pitchFamily="18" charset="-122"/>
              </a:endParaRPr>
            </a:p>
          </p:txBody>
        </p:sp>
      </p:grpSp>
      <p:sp>
        <p:nvSpPr>
          <p:cNvPr id="11" name="文本占位符 9"/>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AD2B26"/>
                </a:solidFill>
                <a:latin typeface="Alibaba PuHuiTi M" pitchFamily="18" charset="-122"/>
                <a:ea typeface="Alibaba PuHuiTi M" pitchFamily="18" charset="-122"/>
                <a:cs typeface="Alibaba PuHuiTi M" pitchFamily="18" charset="-122"/>
              </a:defRPr>
            </a:lvl1pPr>
          </a:lstStyle>
          <a:p>
            <a:pPr marL="0" lvl="0" indent="0">
              <a:buNone/>
            </a:pPr>
            <a:r>
              <a:rPr lang="zh-CN" altLang="en-US" dirty="0"/>
              <a:t>案例标题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此为案例内容，字体不可改，阿里巴巴普惠体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练习">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正文标题</a:t>
            </a:r>
            <a:r>
              <a:rPr lang="en-US" altLang="zh-CN" dirty="0"/>
              <a:t>-</a:t>
            </a:r>
            <a:r>
              <a:rPr lang="zh-CN" altLang="en-US" dirty="0"/>
              <a:t>阿里巴巴普惠体</a:t>
            </a:r>
            <a:r>
              <a:rPr lang="en-US" altLang="zh-CN" dirty="0"/>
              <a:t>24</a:t>
            </a:r>
            <a:r>
              <a:rPr lang="zh-CN" altLang="en-US" dirty="0"/>
              <a:t>号</a:t>
            </a:r>
            <a:endParaRPr lang="zh-CN" altLang="en-US" dirty="0"/>
          </a:p>
        </p:txBody>
      </p:sp>
      <p:grpSp>
        <p:nvGrpSpPr>
          <p:cNvPr id="6" name="组合 5"/>
          <p:cNvGrpSpPr/>
          <p:nvPr userDrawn="1"/>
        </p:nvGrpSpPr>
        <p:grpSpPr>
          <a:xfrm>
            <a:off x="806306" y="96897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9" name="图形 8"/>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Alibaba PuHuiTi B" pitchFamily="18" charset="-122"/>
                  <a:ea typeface="Alibaba PuHuiTi B" pitchFamily="18" charset="-122"/>
                  <a:cs typeface="Alibaba PuHuiTi B" pitchFamily="18" charset="-122"/>
                </a:rPr>
                <a:t>练习</a:t>
              </a:r>
              <a:endParaRPr lang="zh-CN" altLang="en-US" dirty="0">
                <a:solidFill>
                  <a:srgbClr val="AD2B26"/>
                </a:solidFill>
                <a:latin typeface="Alibaba PuHuiTi B" pitchFamily="18" charset="-122"/>
                <a:ea typeface="Alibaba PuHuiTi B" pitchFamily="18" charset="-122"/>
                <a:cs typeface="Alibaba PuHuiTi B" pitchFamily="18" charset="-122"/>
              </a:endParaRPr>
            </a:p>
          </p:txBody>
        </p:sp>
      </p:grpSp>
      <p:sp>
        <p:nvSpPr>
          <p:cNvPr id="11" name="文本占位符 9"/>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AD2B26"/>
                </a:solidFill>
                <a:latin typeface="Alibaba PuHuiTi M" pitchFamily="18" charset="-122"/>
                <a:ea typeface="Alibaba PuHuiTi M" pitchFamily="18" charset="-122"/>
                <a:cs typeface="Alibaba PuHuiTi M" pitchFamily="18" charset="-122"/>
              </a:defRPr>
            </a:lvl1pPr>
          </a:lstStyle>
          <a:p>
            <a:pPr marL="0" lvl="0" indent="0">
              <a:buNone/>
            </a:pPr>
            <a:r>
              <a:rPr lang="zh-CN" altLang="en-US" dirty="0"/>
              <a:t>练习标题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此为练习内容，字体不可改，阿里巴巴普惠体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思考页">
    <p:spTree>
      <p:nvGrpSpPr>
        <p:cNvPr id="1" name=""/>
        <p:cNvGrpSpPr/>
        <p:nvPr/>
      </p:nvGrpSpPr>
      <p:grpSpPr>
        <a:xfrm>
          <a:off x="0" y="0"/>
          <a:ext cx="0" cy="0"/>
          <a:chOff x="0" y="0"/>
          <a:chExt cx="0" cy="0"/>
        </a:xfrm>
      </p:grpSpPr>
      <p:sp>
        <p:nvSpPr>
          <p:cNvPr id="28" name="六边形 27"/>
          <p:cNvSpPr/>
          <p:nvPr userDrawn="1"/>
        </p:nvSpPr>
        <p:spPr>
          <a:xfrm rot="5400000">
            <a:off x="941355" y="3612018"/>
            <a:ext cx="1225219" cy="1056223"/>
          </a:xfrm>
          <a:prstGeom prst="hexagon">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3" name="六边形 22"/>
          <p:cNvSpPr/>
          <p:nvPr userDrawn="1"/>
        </p:nvSpPr>
        <p:spPr>
          <a:xfrm rot="5400000">
            <a:off x="1484022" y="2632538"/>
            <a:ext cx="1944550" cy="1676336"/>
          </a:xfrm>
          <a:prstGeom prst="hexagon">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文本占位符 3"/>
          <p:cNvSpPr>
            <a:spLocks noGrp="1"/>
          </p:cNvSpPr>
          <p:nvPr>
            <p:ph type="body" sz="quarter" idx="10" hasCustomPrompt="1"/>
          </p:nvPr>
        </p:nvSpPr>
        <p:spPr>
          <a:xfrm>
            <a:off x="5126584" y="1436556"/>
            <a:ext cx="5760538" cy="4710244"/>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7" name="标题占位符 1"/>
          <p:cNvSpPr txBox="1">
            <a:spLocks noChangeArrowheads="1"/>
          </p:cNvSpPr>
          <p:nvPr userDrawn="1"/>
        </p:nvSpPr>
        <p:spPr bwMode="auto">
          <a:xfrm>
            <a:off x="1695420" y="2987770"/>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思考</a:t>
            </a:r>
            <a:endPar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0" name="标题 1"/>
          <p:cNvSpPr>
            <a:spLocks noGrp="1"/>
          </p:cNvSpPr>
          <p:nvPr userDrawn="1">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24" name="六边形 23"/>
          <p:cNvSpPr/>
          <p:nvPr userDrawn="1"/>
        </p:nvSpPr>
        <p:spPr>
          <a:xfrm rot="5400000">
            <a:off x="3294074" y="2254203"/>
            <a:ext cx="566610" cy="488457"/>
          </a:xfrm>
          <a:prstGeom prst="hexagon">
            <a:avLst/>
          </a:prstGeom>
          <a:solidFill>
            <a:srgbClr val="AD2B26"/>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六边形 24"/>
          <p:cNvSpPr/>
          <p:nvPr userDrawn="1"/>
        </p:nvSpPr>
        <p:spPr>
          <a:xfrm rot="5400000">
            <a:off x="1198356" y="4231536"/>
            <a:ext cx="298934" cy="257702"/>
          </a:xfrm>
          <a:prstGeom prst="hexagon">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6" name="六边形 25"/>
          <p:cNvSpPr/>
          <p:nvPr userDrawn="1"/>
        </p:nvSpPr>
        <p:spPr>
          <a:xfrm rot="5400000">
            <a:off x="3642476" y="4490365"/>
            <a:ext cx="566612" cy="488459"/>
          </a:xfrm>
          <a:prstGeom prst="hexagon">
            <a:avLst/>
          </a:prstGeom>
          <a:noFill/>
          <a:ln w="1905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六边形 29"/>
          <p:cNvSpPr/>
          <p:nvPr userDrawn="1"/>
        </p:nvSpPr>
        <p:spPr>
          <a:xfrm rot="5400000">
            <a:off x="1190641" y="1820150"/>
            <a:ext cx="854974" cy="737047"/>
          </a:xfrm>
          <a:prstGeom prst="hexagon">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总结页">
    <p:spTree>
      <p:nvGrpSpPr>
        <p:cNvPr id="1" name=""/>
        <p:cNvGrpSpPr/>
        <p:nvPr/>
      </p:nvGrpSpPr>
      <p:grpSpPr>
        <a:xfrm>
          <a:off x="0" y="0"/>
          <a:ext cx="0" cy="0"/>
          <a:chOff x="0" y="0"/>
          <a:chExt cx="0" cy="0"/>
        </a:xfrm>
      </p:grpSpPr>
      <p:sp>
        <p:nvSpPr>
          <p:cNvPr id="8" name="文本占位符 3"/>
          <p:cNvSpPr>
            <a:spLocks noGrp="1"/>
          </p:cNvSpPr>
          <p:nvPr>
            <p:ph type="body" sz="quarter" idx="10" hasCustomPrompt="1"/>
          </p:nvPr>
        </p:nvSpPr>
        <p:spPr>
          <a:xfrm>
            <a:off x="5126584" y="1463040"/>
            <a:ext cx="5760538" cy="451104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defRPr/>
            </a:pPr>
            <a:r>
              <a:rPr lang="zh-CN" altLang="en-US"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TW" altLang="zh-CN"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nvGrpSpPr>
          <p:cNvPr id="9" name="组合 8"/>
          <p:cNvGrpSpPr/>
          <p:nvPr userDrawn="1"/>
        </p:nvGrpSpPr>
        <p:grpSpPr>
          <a:xfrm>
            <a:off x="710880" y="1928702"/>
            <a:ext cx="3587349" cy="3036721"/>
            <a:chOff x="864135" y="2246295"/>
            <a:chExt cx="3587349" cy="3036721"/>
          </a:xfrm>
        </p:grpSpPr>
        <p:sp>
          <p:nvSpPr>
            <p:cNvPr id="12" name="椭圆 11"/>
            <p:cNvSpPr/>
            <p:nvPr userDrawn="1"/>
          </p:nvSpPr>
          <p:spPr>
            <a:xfrm>
              <a:off x="1348310" y="4694927"/>
              <a:ext cx="588089" cy="588089"/>
            </a:xfrm>
            <a:prstGeom prst="ellipse">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userDrawn="1"/>
          </p:nvSpPr>
          <p:spPr>
            <a:xfrm>
              <a:off x="2962055" y="4101828"/>
              <a:ext cx="926888" cy="926888"/>
            </a:xfrm>
            <a:prstGeom prst="ellipse">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userDrawn="1"/>
          </p:nvSpPr>
          <p:spPr>
            <a:xfrm>
              <a:off x="2860808" y="2695667"/>
              <a:ext cx="1590676" cy="1590676"/>
            </a:xfrm>
            <a:prstGeom prst="ellipse">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userDrawn="1"/>
          </p:nvSpPr>
          <p:spPr>
            <a:xfrm>
              <a:off x="1642355" y="2871191"/>
              <a:ext cx="1924945" cy="1895739"/>
            </a:xfrm>
            <a:prstGeom prst="ellipse">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椭圆 15"/>
            <p:cNvSpPr/>
            <p:nvPr userDrawn="1"/>
          </p:nvSpPr>
          <p:spPr>
            <a:xfrm>
              <a:off x="864135" y="2246295"/>
              <a:ext cx="804338" cy="804338"/>
            </a:xfrm>
            <a:prstGeom prst="ellipse">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userDrawn="1"/>
          </p:nvSpPr>
          <p:spPr>
            <a:xfrm>
              <a:off x="3257550" y="2352674"/>
              <a:ext cx="314325" cy="314325"/>
            </a:xfrm>
            <a:prstGeom prst="ellipse">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标题占位符 1"/>
            <p:cNvSpPr txBox="1">
              <a:spLocks noChangeArrowheads="1"/>
            </p:cNvSpPr>
            <p:nvPr userDrawn="1"/>
          </p:nvSpPr>
          <p:spPr bwMode="auto">
            <a:xfrm>
              <a:off x="1822066" y="3328761"/>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今日作业">
    <p:spTree>
      <p:nvGrpSpPr>
        <p:cNvPr id="1" name=""/>
        <p:cNvGrpSpPr/>
        <p:nvPr/>
      </p:nvGrpSpPr>
      <p:grpSpPr>
        <a:xfrm>
          <a:off x="0" y="0"/>
          <a:ext cx="0" cy="0"/>
          <a:chOff x="0" y="0"/>
          <a:chExt cx="0" cy="0"/>
        </a:xfrm>
      </p:grpSpPr>
      <p:sp>
        <p:nvSpPr>
          <p:cNvPr id="43" name="矩形 42"/>
          <p:cNvSpPr/>
          <p:nvPr userDrawn="1"/>
        </p:nvSpPr>
        <p:spPr>
          <a:xfrm rot="2700000">
            <a:off x="3564412" y="3089727"/>
            <a:ext cx="936368" cy="936368"/>
          </a:xfrm>
          <a:prstGeom prst="rect">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39" name="矩形 38"/>
          <p:cNvSpPr/>
          <p:nvPr userDrawn="1"/>
        </p:nvSpPr>
        <p:spPr>
          <a:xfrm rot="2700000">
            <a:off x="3711024" y="4032814"/>
            <a:ext cx="643144" cy="643144"/>
          </a:xfrm>
          <a:prstGeom prst="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1" name="矩形 40"/>
          <p:cNvSpPr/>
          <p:nvPr userDrawn="1"/>
        </p:nvSpPr>
        <p:spPr>
          <a:xfrm rot="2700000">
            <a:off x="1595908" y="2140629"/>
            <a:ext cx="219635" cy="219635"/>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2" name="矩形 41"/>
          <p:cNvSpPr/>
          <p:nvPr userDrawn="1"/>
        </p:nvSpPr>
        <p:spPr>
          <a:xfrm rot="2700000">
            <a:off x="1559312" y="4247863"/>
            <a:ext cx="494750" cy="494750"/>
          </a:xfrm>
          <a:prstGeom prst="rect">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4" name="矩形 43"/>
          <p:cNvSpPr/>
          <p:nvPr userDrawn="1"/>
        </p:nvSpPr>
        <p:spPr>
          <a:xfrm rot="2700000">
            <a:off x="986540" y="2161712"/>
            <a:ext cx="361655" cy="361655"/>
          </a:xfrm>
          <a:prstGeom prst="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0" name="矩形 39"/>
          <p:cNvSpPr/>
          <p:nvPr userDrawn="1"/>
        </p:nvSpPr>
        <p:spPr>
          <a:xfrm rot="2700000">
            <a:off x="1815645" y="2537749"/>
            <a:ext cx="1828800" cy="1828800"/>
          </a:xfrm>
          <a:prstGeom prst="rect">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8" name="文本占位符 3"/>
          <p:cNvSpPr>
            <a:spLocks noGrp="1"/>
          </p:cNvSpPr>
          <p:nvPr>
            <p:ph type="body" sz="quarter" idx="10" hasCustomPrompt="1"/>
          </p:nvPr>
        </p:nvSpPr>
        <p:spPr>
          <a:xfrm>
            <a:off x="5126584" y="1371600"/>
            <a:ext cx="5760538" cy="467360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3" name="标题占位符 1"/>
          <p:cNvSpPr txBox="1">
            <a:spLocks noChangeArrowheads="1"/>
          </p:cNvSpPr>
          <p:nvPr userDrawn="1"/>
        </p:nvSpPr>
        <p:spPr bwMode="auto">
          <a:xfrm>
            <a:off x="1938193" y="2679748"/>
            <a:ext cx="1567542" cy="154657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今日</a:t>
            </a:r>
            <a:endParaRPr lang="en-US" altLang="zh-CN"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作业</a:t>
            </a:r>
            <a:endPar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45" name="矩形 44"/>
          <p:cNvSpPr/>
          <p:nvPr userDrawn="1"/>
        </p:nvSpPr>
        <p:spPr>
          <a:xfrm rot="2700000">
            <a:off x="4273426" y="2466440"/>
            <a:ext cx="263657" cy="263657"/>
          </a:xfrm>
          <a:prstGeom prst="rect">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目录版式">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a:xfrm>
            <a:off x="5019358" y="1006475"/>
            <a:ext cx="5973761" cy="4256405"/>
          </a:xfrm>
          <a:prstGeom prst="rect">
            <a:avLst/>
          </a:prstGeom>
        </p:spPr>
        <p:txBody>
          <a:bodyPr anchor="ctr"/>
          <a:lstStyle>
            <a:lvl1pPr marL="457200" marR="0" indent="-457200" algn="l" defTabSz="914400" rtl="0" eaLnBrk="0" fontAlgn="base" latinLnBrk="0" hangingPunct="0">
              <a:lnSpc>
                <a:spcPct val="200000"/>
              </a:lnSpc>
              <a:spcBef>
                <a:spcPct val="20000"/>
              </a:spcBef>
              <a:spcAft>
                <a:spcPct val="0"/>
              </a:spcAft>
              <a:buClrTx/>
              <a:buSzTx/>
              <a:buFont typeface="Wingdings" panose="05000000000000000000" pitchFamily="2" charset="2"/>
              <a:buChar char="u"/>
              <a:defRPr sz="1800">
                <a:solidFill>
                  <a:schemeClr val="tx1">
                    <a:lumMod val="75000"/>
                    <a:lumOff val="25000"/>
                  </a:schemeClr>
                </a:solidFill>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marL="457200" marR="0" lvl="0" indent="-457200" algn="l" defTabSz="914400" rtl="0" eaLnBrk="0" fontAlgn="base" latinLnBrk="0" hangingPunct="0">
              <a:lnSpc>
                <a:spcPct val="200000"/>
              </a:lnSpc>
              <a:spcBef>
                <a:spcPct val="20000"/>
              </a:spcBef>
              <a:spcAft>
                <a:spcPct val="0"/>
              </a:spcAft>
              <a:buClrTx/>
              <a:buSzTx/>
              <a:buFont typeface="Wingdings" panose="05000000000000000000" pitchFamily="2" charset="2"/>
              <a:buChar char="u"/>
              <a:defRPr/>
            </a:pPr>
            <a:r>
              <a:rPr kumimoji="1" lang="zh-CN" altLang="en-US" dirty="0"/>
              <a:t>此内容上下居中对齐，可根据实际情况微调位置和字体大小</a:t>
            </a:r>
            <a:endParaRPr kumimoji="1" lang="zh-CN" altLang="en-US" dirty="0"/>
          </a:p>
          <a:p>
            <a:pPr lvl="0"/>
            <a:endParaRPr kumimoji="1" lang="zh-CN" alt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结束页">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image" Target="../media/image1.png"/><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4" Type="http://schemas.openxmlformats.org/officeDocument/2006/relationships/theme" Target="../theme/theme3.xml"/><Relationship Id="rId3" Type="http://schemas.openxmlformats.org/officeDocument/2006/relationships/image" Target="../media/image1.svg"/><Relationship Id="rId2" Type="http://schemas.openxmlformats.org/officeDocument/2006/relationships/image" Target="../media/image2.png"/><Relationship Id="rId1" Type="http://schemas.openxmlformats.org/officeDocument/2006/relationships/slideLayout" Target="../slideLayouts/slideLayout4.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5.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6.xml"/></Relationships>
</file>

<file path=ppt/slideMasters/_rels/slideMaster6.xml.rels><?xml version="1.0" encoding="UTF-8" standalone="yes"?>
<Relationships xmlns="http://schemas.openxmlformats.org/package/2006/relationships"><Relationship Id="rId9" Type="http://schemas.openxmlformats.org/officeDocument/2006/relationships/slideLayout" Target="../slideLayouts/slideLayout15.xml"/><Relationship Id="rId8" Type="http://schemas.openxmlformats.org/officeDocument/2006/relationships/slideLayout" Target="../slideLayouts/slideLayout14.xml"/><Relationship Id="rId7" Type="http://schemas.openxmlformats.org/officeDocument/2006/relationships/slideLayout" Target="../slideLayouts/slideLayout13.xml"/><Relationship Id="rId6" Type="http://schemas.openxmlformats.org/officeDocument/2006/relationships/slideLayout" Target="../slideLayouts/slideLayout12.xml"/><Relationship Id="rId5" Type="http://schemas.openxmlformats.org/officeDocument/2006/relationships/slideLayout" Target="../slideLayouts/slideLayout11.xml"/><Relationship Id="rId4" Type="http://schemas.openxmlformats.org/officeDocument/2006/relationships/slideLayout" Target="../slideLayouts/slideLayout10.xml"/><Relationship Id="rId3" Type="http://schemas.openxmlformats.org/officeDocument/2006/relationships/slideLayout" Target="../slideLayouts/slideLayout9.xml"/><Relationship Id="rId2" Type="http://schemas.openxmlformats.org/officeDocument/2006/relationships/slideLayout" Target="../slideLayouts/slideLayout8.xml"/><Relationship Id="rId16" Type="http://schemas.openxmlformats.org/officeDocument/2006/relationships/theme" Target="../theme/theme6.xml"/><Relationship Id="rId15" Type="http://schemas.openxmlformats.org/officeDocument/2006/relationships/image" Target="../media/image4.png"/><Relationship Id="rId14" Type="http://schemas.openxmlformats.org/officeDocument/2006/relationships/slideLayout" Target="../slideLayouts/slideLayout20.xml"/><Relationship Id="rId13" Type="http://schemas.openxmlformats.org/officeDocument/2006/relationships/slideLayout" Target="../slideLayouts/slideLayout19.xml"/><Relationship Id="rId12" Type="http://schemas.openxmlformats.org/officeDocument/2006/relationships/slideLayout" Target="../slideLayouts/slideLayout18.xml"/><Relationship Id="rId11" Type="http://schemas.openxmlformats.org/officeDocument/2006/relationships/slideLayout" Target="../slideLayouts/slideLayout17.xml"/><Relationship Id="rId10" Type="http://schemas.openxmlformats.org/officeDocument/2006/relationships/slideLayout" Target="../slideLayouts/slideLayout16.xml"/><Relationship Id="rId1" Type="http://schemas.openxmlformats.org/officeDocument/2006/relationships/slideLayout" Target="../slideLayouts/slideLayout7.xml"/></Relationships>
</file>

<file path=ppt/slideMasters/_rels/slideMaster7.xml.rels><?xml version="1.0" encoding="UTF-8" standalone="yes"?>
<Relationships xmlns="http://schemas.openxmlformats.org/package/2006/relationships"><Relationship Id="rId3" Type="http://schemas.openxmlformats.org/officeDocument/2006/relationships/theme" Target="../theme/theme7.xml"/><Relationship Id="rId2" Type="http://schemas.openxmlformats.org/officeDocument/2006/relationships/image" Target="../media/image5.png"/><Relationship Id="rId1"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6" name="图片 25"/>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4721677" y="5726430"/>
            <a:ext cx="2748647" cy="448662"/>
          </a:xfrm>
          <a:prstGeom prst="rect">
            <a:avLst/>
          </a:prstGeom>
        </p:spPr>
      </p:pic>
      <p:sp>
        <p:nvSpPr>
          <p:cNvPr id="30" name="六边形 29"/>
          <p:cNvSpPr/>
          <p:nvPr userDrawn="1"/>
        </p:nvSpPr>
        <p:spPr>
          <a:xfrm rot="5400000">
            <a:off x="8672366" y="-244234"/>
            <a:ext cx="1034350" cy="1136649"/>
          </a:xfrm>
          <a:custGeom>
            <a:avLst/>
            <a:gdLst>
              <a:gd name="connsiteX0" fmla="*/ 0 w 1318512"/>
              <a:gd name="connsiteY0" fmla="*/ 568325 h 1136649"/>
              <a:gd name="connsiteX1" fmla="*/ 284162 w 1318512"/>
              <a:gd name="connsiteY1" fmla="*/ 0 h 1136649"/>
              <a:gd name="connsiteX2" fmla="*/ 1034350 w 1318512"/>
              <a:gd name="connsiteY2" fmla="*/ 0 h 1136649"/>
              <a:gd name="connsiteX3" fmla="*/ 1318512 w 1318512"/>
              <a:gd name="connsiteY3" fmla="*/ 568325 h 1136649"/>
              <a:gd name="connsiteX4" fmla="*/ 1034350 w 1318512"/>
              <a:gd name="connsiteY4" fmla="*/ 1136649 h 1136649"/>
              <a:gd name="connsiteX5" fmla="*/ 284162 w 1318512"/>
              <a:gd name="connsiteY5" fmla="*/ 1136649 h 1136649"/>
              <a:gd name="connsiteX6" fmla="*/ 0 w 1318512"/>
              <a:gd name="connsiteY6" fmla="*/ 568325 h 1136649"/>
              <a:gd name="connsiteX0-1" fmla="*/ 0 w 1034350"/>
              <a:gd name="connsiteY0-2" fmla="*/ 1136649 h 1136649"/>
              <a:gd name="connsiteX1-3" fmla="*/ 0 w 1034350"/>
              <a:gd name="connsiteY1-4" fmla="*/ 0 h 1136649"/>
              <a:gd name="connsiteX2-5" fmla="*/ 750188 w 1034350"/>
              <a:gd name="connsiteY2-6" fmla="*/ 0 h 1136649"/>
              <a:gd name="connsiteX3-7" fmla="*/ 1034350 w 1034350"/>
              <a:gd name="connsiteY3-8" fmla="*/ 568325 h 1136649"/>
              <a:gd name="connsiteX4-9" fmla="*/ 750188 w 1034350"/>
              <a:gd name="connsiteY4-10" fmla="*/ 1136649 h 1136649"/>
              <a:gd name="connsiteX5-11" fmla="*/ 0 w 1034350"/>
              <a:gd name="connsiteY5-12" fmla="*/ 1136649 h 113664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034350" h="1136649">
                <a:moveTo>
                  <a:pt x="0" y="1136649"/>
                </a:moveTo>
                <a:lnTo>
                  <a:pt x="0" y="0"/>
                </a:lnTo>
                <a:lnTo>
                  <a:pt x="750188" y="0"/>
                </a:lnTo>
                <a:lnTo>
                  <a:pt x="1034350" y="568325"/>
                </a:lnTo>
                <a:lnTo>
                  <a:pt x="750188" y="1136649"/>
                </a:lnTo>
                <a:lnTo>
                  <a:pt x="0" y="1136649"/>
                </a:lnTo>
                <a:close/>
              </a:path>
            </a:pathLst>
          </a:cu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1" name="六边形 30"/>
          <p:cNvSpPr/>
          <p:nvPr userDrawn="1"/>
        </p:nvSpPr>
        <p:spPr>
          <a:xfrm rot="5400000">
            <a:off x="9521078" y="753888"/>
            <a:ext cx="523072" cy="450925"/>
          </a:xfrm>
          <a:prstGeom prst="hexagon">
            <a:avLst/>
          </a:prstGeom>
          <a:solidFill>
            <a:srgbClr val="49504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2" name="六边形 31"/>
          <p:cNvSpPr/>
          <p:nvPr userDrawn="1"/>
        </p:nvSpPr>
        <p:spPr>
          <a:xfrm rot="5400000">
            <a:off x="8027944" y="996957"/>
            <a:ext cx="523072" cy="450925"/>
          </a:xfrm>
          <a:prstGeom prst="hexagon">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3" name="六边形 32"/>
          <p:cNvSpPr/>
          <p:nvPr userDrawn="1"/>
        </p:nvSpPr>
        <p:spPr>
          <a:xfrm rot="5400000">
            <a:off x="10287577" y="140894"/>
            <a:ext cx="196767" cy="169627"/>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4" name="六边形 33"/>
          <p:cNvSpPr/>
          <p:nvPr userDrawn="1"/>
        </p:nvSpPr>
        <p:spPr>
          <a:xfrm rot="5400000">
            <a:off x="3684719" y="893697"/>
            <a:ext cx="886529" cy="764250"/>
          </a:xfrm>
          <a:prstGeom prst="hexagon">
            <a:avLst/>
          </a:prstGeom>
          <a:noFill/>
          <a:ln w="9525">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5" name="六边形 34"/>
          <p:cNvSpPr/>
          <p:nvPr userDrawn="1"/>
        </p:nvSpPr>
        <p:spPr>
          <a:xfrm rot="5400000">
            <a:off x="11266257" y="1225116"/>
            <a:ext cx="206955" cy="178410"/>
          </a:xfrm>
          <a:prstGeom prst="hexagon">
            <a:avLst/>
          </a:prstGeom>
          <a:noFill/>
          <a:ln w="9525">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六边形 35"/>
          <p:cNvSpPr/>
          <p:nvPr userDrawn="1"/>
        </p:nvSpPr>
        <p:spPr>
          <a:xfrm rot="5400000">
            <a:off x="918490" y="676500"/>
            <a:ext cx="206955" cy="178410"/>
          </a:xfrm>
          <a:prstGeom prst="hexagon">
            <a:avLst/>
          </a:prstGeom>
          <a:solidFill>
            <a:srgbClr val="AD2B2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7" name="六边形 36"/>
          <p:cNvSpPr/>
          <p:nvPr userDrawn="1"/>
        </p:nvSpPr>
        <p:spPr>
          <a:xfrm rot="5400000">
            <a:off x="4564916" y="775592"/>
            <a:ext cx="369001" cy="318105"/>
          </a:xfrm>
          <a:prstGeom prst="hexagon">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3" name="直线连接符 2"/>
          <p:cNvCxnSpPr/>
          <p:nvPr userDrawn="1"/>
        </p:nvCxnSpPr>
        <p:spPr>
          <a:xfrm>
            <a:off x="9997213" y="1131213"/>
            <a:ext cx="647089" cy="39664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 name="直线连接符 40"/>
          <p:cNvCxnSpPr/>
          <p:nvPr userDrawn="1"/>
        </p:nvCxnSpPr>
        <p:spPr>
          <a:xfrm>
            <a:off x="3898416" y="466240"/>
            <a:ext cx="691948" cy="36631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Lst>
  <p:txStyles>
    <p:titleStyle>
      <a:lvl1pPr algn="ctr" rtl="0" eaLnBrk="0" fontAlgn="base" hangingPunct="0">
        <a:spcBef>
          <a:spcPct val="0"/>
        </a:spcBef>
        <a:spcAft>
          <a:spcPct val="0"/>
        </a:spcAft>
        <a:defRPr sz="5865" kern="1200">
          <a:solidFill>
            <a:schemeClr val="tx1"/>
          </a:solidFill>
          <a:latin typeface="+mj-lt"/>
          <a:ea typeface="+mj-ea"/>
          <a:cs typeface="+mj-cs"/>
        </a:defRPr>
      </a:lvl1pPr>
      <a:lvl2pPr algn="ctr" rtl="0" eaLnBrk="0" fontAlgn="base" hangingPunct="0">
        <a:spcBef>
          <a:spcPct val="0"/>
        </a:spcBef>
        <a:spcAft>
          <a:spcPct val="0"/>
        </a:spcAft>
        <a:defRPr sz="5865">
          <a:solidFill>
            <a:schemeClr val="tx1"/>
          </a:solidFill>
          <a:latin typeface="Calibri" panose="020F0502020204030204" pitchFamily="34" charset="0"/>
          <a:ea typeface="黑体" panose="02010600030101010101" pitchFamily="49" charset="-122"/>
        </a:defRPr>
      </a:lvl2pPr>
      <a:lvl3pPr algn="ctr" rtl="0" eaLnBrk="0" fontAlgn="base" hangingPunct="0">
        <a:spcBef>
          <a:spcPct val="0"/>
        </a:spcBef>
        <a:spcAft>
          <a:spcPct val="0"/>
        </a:spcAft>
        <a:defRPr sz="5865">
          <a:solidFill>
            <a:schemeClr val="tx1"/>
          </a:solidFill>
          <a:latin typeface="Calibri" panose="020F0502020204030204" pitchFamily="34" charset="0"/>
          <a:ea typeface="黑体" panose="02010600030101010101" pitchFamily="49" charset="-122"/>
        </a:defRPr>
      </a:lvl3pPr>
      <a:lvl4pPr algn="ctr" rtl="0" eaLnBrk="0" fontAlgn="base" hangingPunct="0">
        <a:spcBef>
          <a:spcPct val="0"/>
        </a:spcBef>
        <a:spcAft>
          <a:spcPct val="0"/>
        </a:spcAft>
        <a:defRPr sz="5865">
          <a:solidFill>
            <a:schemeClr val="tx1"/>
          </a:solidFill>
          <a:latin typeface="Calibri" panose="020F0502020204030204" pitchFamily="34" charset="0"/>
          <a:ea typeface="黑体" panose="02010600030101010101" pitchFamily="49" charset="-122"/>
        </a:defRPr>
      </a:lvl4pPr>
      <a:lvl5pPr algn="ctr" rtl="0" eaLnBrk="0" fontAlgn="base" hangingPunct="0">
        <a:spcBef>
          <a:spcPct val="0"/>
        </a:spcBef>
        <a:spcAft>
          <a:spcPct val="0"/>
        </a:spcAft>
        <a:defRPr sz="5865">
          <a:solidFill>
            <a:schemeClr val="tx1"/>
          </a:solidFill>
          <a:latin typeface="Calibri" panose="020F0502020204030204" pitchFamily="34" charset="0"/>
          <a:ea typeface="黑体" panose="02010600030101010101" pitchFamily="49" charset="-122"/>
        </a:defRPr>
      </a:lvl5pPr>
      <a:lvl6pPr marL="6096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6pPr>
      <a:lvl7pPr marL="12192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7pPr>
      <a:lvl8pPr marL="18288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8pPr>
      <a:lvl9pPr marL="24384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9pPr>
    </p:titleStyle>
    <p:bodyStyle>
      <a:lvl1pPr marL="457200" indent="-457200" algn="l" rtl="0" eaLnBrk="0" fontAlgn="base" hangingPunct="0">
        <a:spcBef>
          <a:spcPct val="20000"/>
        </a:spcBef>
        <a:spcAft>
          <a:spcPct val="0"/>
        </a:spcAft>
        <a:buFont typeface="Arial" panose="020B0604020202090204" pitchFamily="34" charset="0"/>
        <a:buChar char="•"/>
        <a:defRPr sz="4265" kern="1200">
          <a:solidFill>
            <a:schemeClr val="tx1"/>
          </a:solidFill>
          <a:latin typeface="+mn-lt"/>
          <a:ea typeface="+mn-ea"/>
          <a:cs typeface="+mn-cs"/>
        </a:defRPr>
      </a:lvl1pPr>
      <a:lvl2pPr marL="990600" indent="-381000" algn="l" rtl="0" eaLnBrk="0" fontAlgn="base" hangingPunct="0">
        <a:spcBef>
          <a:spcPct val="20000"/>
        </a:spcBef>
        <a:spcAft>
          <a:spcPct val="0"/>
        </a:spcAft>
        <a:buFont typeface="Arial" panose="020B0604020202090204" pitchFamily="34" charset="0"/>
        <a:buChar char="–"/>
        <a:defRPr sz="3735" kern="1200">
          <a:solidFill>
            <a:schemeClr val="tx1"/>
          </a:solidFill>
          <a:latin typeface="+mn-lt"/>
          <a:ea typeface="+mn-ea"/>
          <a:cs typeface="+mn-cs"/>
        </a:defRPr>
      </a:lvl2pPr>
      <a:lvl3pPr marL="1524000" indent="-304800" algn="l" rtl="0" eaLnBrk="0" fontAlgn="base" hangingPunct="0">
        <a:spcBef>
          <a:spcPct val="20000"/>
        </a:spcBef>
        <a:spcAft>
          <a:spcPct val="0"/>
        </a:spcAft>
        <a:buFont typeface="Arial" panose="020B0604020202090204" pitchFamily="34" charset="0"/>
        <a:buChar char="•"/>
        <a:defRPr sz="3200" kern="1200">
          <a:solidFill>
            <a:schemeClr val="tx1"/>
          </a:solidFill>
          <a:latin typeface="+mn-lt"/>
          <a:ea typeface="+mn-ea"/>
          <a:cs typeface="+mn-cs"/>
        </a:defRPr>
      </a:lvl3pPr>
      <a:lvl4pPr marL="21336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1" name="矩形 10"/>
          <p:cNvSpPr/>
          <p:nvPr userDrawn="1"/>
        </p:nvSpPr>
        <p:spPr bwMode="auto">
          <a:xfrm>
            <a:off x="10890251" y="6786000"/>
            <a:ext cx="1301749" cy="72000"/>
          </a:xfrm>
          <a:prstGeom prst="rect">
            <a:avLst/>
          </a:prstGeom>
          <a:solidFill>
            <a:srgbClr val="49504F"/>
          </a:solidFill>
          <a:ln w="9525" cap="flat" cmpd="sng" algn="ctr">
            <a:noFill/>
            <a:prstDash val="solid"/>
            <a:round/>
            <a:headEnd type="none" w="med" len="med"/>
            <a:tailEnd type="none" w="med" len="med"/>
          </a:ln>
          <a:effectLst/>
        </p:spPr>
        <p:txBody>
          <a:bodyPr/>
          <a:lstStyle/>
          <a:p>
            <a:pPr>
              <a:buFont typeface="Arial" panose="020B0604020202090204" pitchFamily="34" charset="0"/>
              <a:buNone/>
              <a:defRPr/>
            </a:pPr>
            <a:endParaRPr lang="zh-CN" altLang="en-US" sz="2400">
              <a:latin typeface="Segoe UI" panose="020B0502040204020203" pitchFamily="34" charset="0"/>
              <a:ea typeface="微软雅黑" panose="020B0503020204020204" pitchFamily="34" charset="-122"/>
            </a:endParaRPr>
          </a:p>
        </p:txBody>
      </p:sp>
      <p:sp>
        <p:nvSpPr>
          <p:cNvPr id="22" name="矩形 22"/>
          <p:cNvSpPr>
            <a:spLocks noChangeArrowheads="1"/>
          </p:cNvSpPr>
          <p:nvPr userDrawn="1"/>
        </p:nvSpPr>
        <p:spPr bwMode="auto">
          <a:xfrm>
            <a:off x="1" y="6786000"/>
            <a:ext cx="10818284" cy="72000"/>
          </a:xfrm>
          <a:prstGeom prst="rect">
            <a:avLst/>
          </a:prstGeom>
          <a:solidFill>
            <a:srgbClr val="AD2B26"/>
          </a:solidFill>
          <a:ln>
            <a:noFill/>
          </a:ln>
        </p:spPr>
        <p:txBody>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90204" pitchFamily="34" charset="0"/>
              <a:buNone/>
              <a:defRPr/>
            </a:pPr>
            <a:endParaRPr lang="zh-CN" altLang="en-US" sz="2400" dirty="0">
              <a:latin typeface="Segoe UI" panose="020B0502040204020203" pitchFamily="34" charset="0"/>
              <a:ea typeface="微软雅黑" panose="020B0503020204020204" pitchFamily="34" charset="-122"/>
            </a:endParaRPr>
          </a:p>
        </p:txBody>
      </p:sp>
      <p:grpSp>
        <p:nvGrpSpPr>
          <p:cNvPr id="5" name="组合 4"/>
          <p:cNvGrpSpPr/>
          <p:nvPr userDrawn="1"/>
        </p:nvGrpSpPr>
        <p:grpSpPr>
          <a:xfrm>
            <a:off x="2126595" y="2260317"/>
            <a:ext cx="2280944" cy="1168683"/>
            <a:chOff x="1984355" y="1223746"/>
            <a:chExt cx="2280944" cy="1168683"/>
          </a:xfrm>
        </p:grpSpPr>
        <p:sp>
          <p:nvSpPr>
            <p:cNvPr id="20" name="文本框 19"/>
            <p:cNvSpPr txBox="1"/>
            <p:nvPr/>
          </p:nvSpPr>
          <p:spPr>
            <a:xfrm>
              <a:off x="2549296" y="1223746"/>
              <a:ext cx="1245854" cy="738664"/>
            </a:xfrm>
            <a:prstGeom prst="rect">
              <a:avLst/>
            </a:prstGeom>
            <a:noFill/>
            <a:ln>
              <a:noFill/>
            </a:ln>
          </p:spPr>
          <p:txBody>
            <a:bodyPr wrap="none" rtlCol="0">
              <a:spAutoFit/>
            </a:bodyPr>
            <a:lstStyle/>
            <a:p>
              <a:pPr algn="ctr"/>
              <a:r>
                <a:rPr lang="zh-CN" altLang="en-US" sz="4200" b="1" i="0" dirty="0">
                  <a:latin typeface="Alibaba PuHuiTi B" pitchFamily="18" charset="-122"/>
                  <a:ea typeface="Alibaba PuHuiTi B" pitchFamily="18" charset="-122"/>
                  <a:cs typeface="Alibaba PuHuiTi B" pitchFamily="18" charset="-122"/>
                </a:rPr>
                <a:t>目录</a:t>
              </a:r>
              <a:endParaRPr lang="zh-CN" altLang="en-US" sz="4200" b="1" i="0" dirty="0">
                <a:latin typeface="Alibaba PuHuiTi B" pitchFamily="18" charset="-122"/>
                <a:ea typeface="Alibaba PuHuiTi B" pitchFamily="18" charset="-122"/>
                <a:cs typeface="Alibaba PuHuiTi B" pitchFamily="18" charset="-122"/>
              </a:endParaRPr>
            </a:p>
          </p:txBody>
        </p:sp>
        <p:sp>
          <p:nvSpPr>
            <p:cNvPr id="21" name="文本框 20"/>
            <p:cNvSpPr txBox="1"/>
            <p:nvPr/>
          </p:nvSpPr>
          <p:spPr>
            <a:xfrm>
              <a:off x="1984355" y="1869209"/>
              <a:ext cx="1833941" cy="523220"/>
            </a:xfrm>
            <a:prstGeom prst="rect">
              <a:avLst/>
            </a:prstGeom>
            <a:noFill/>
            <a:ln>
              <a:noFill/>
            </a:ln>
          </p:spPr>
          <p:txBody>
            <a:bodyPr wrap="square" rtlCol="0">
              <a:spAutoFit/>
            </a:bodyPr>
            <a:lstStyle/>
            <a:p>
              <a:pPr algn="ctr"/>
              <a:r>
                <a:rPr lang="en-US" altLang="zh-CN" sz="28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Contents</a:t>
              </a:r>
              <a:endParaRPr lang="zh-CN" altLang="en-US" sz="2800" dirty="0">
                <a:solidFill>
                  <a:schemeClr val="bg1">
                    <a:lumMod val="85000"/>
                  </a:schemeClr>
                </a:solidFill>
                <a:latin typeface="Verdana" panose="020B0604030504040204" pitchFamily="34" charset="0"/>
                <a:ea typeface="阿里巴巴普惠体" panose="00020600040101010101" pitchFamily="18" charset="-122"/>
                <a:cs typeface="阿里巴巴普惠体" panose="00020600040101010101" pitchFamily="18" charset="-122"/>
              </a:endParaRPr>
            </a:p>
          </p:txBody>
        </p:sp>
        <p:cxnSp>
          <p:nvCxnSpPr>
            <p:cNvPr id="23" name="直接连接符 2"/>
            <p:cNvCxnSpPr/>
            <p:nvPr/>
          </p:nvCxnSpPr>
          <p:spPr>
            <a:xfrm>
              <a:off x="4265299" y="1300145"/>
              <a:ext cx="0" cy="106226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5" name="六边形 24"/>
            <p:cNvSpPr/>
            <p:nvPr/>
          </p:nvSpPr>
          <p:spPr>
            <a:xfrm rot="5400000">
              <a:off x="2142134" y="1404577"/>
              <a:ext cx="437322" cy="377002"/>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6" name="六边形 25"/>
            <p:cNvSpPr/>
            <p:nvPr/>
          </p:nvSpPr>
          <p:spPr>
            <a:xfrm rot="5400000">
              <a:off x="2037082" y="1610051"/>
              <a:ext cx="246109" cy="212163"/>
            </a:xfrm>
            <a:prstGeom prst="hexag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Tree>
  </p:cSld>
  <p:clrMap bg1="lt1" tx1="dk1" bg2="lt2" tx2="dk2" accent1="accent1" accent2="accent2" accent3="accent3" accent4="accent4" accent5="accent5" accent6="accent6" hlink="hlink" folHlink="folHlink"/>
  <p:sldLayoutIdLst>
    <p:sldLayoutId id="2147483651" r:id="rId1"/>
    <p:sldLayoutId id="2147483652" r:id="rId2"/>
  </p:sldLayoutIdLst>
  <p:txStyles>
    <p:titleStyle>
      <a:lvl1pPr algn="l" rtl="0" eaLnBrk="0" fontAlgn="base" hangingPunct="0">
        <a:spcBef>
          <a:spcPct val="0"/>
        </a:spcBef>
        <a:spcAft>
          <a:spcPct val="0"/>
        </a:spcAft>
        <a:defRPr sz="3200" b="1" kern="1200">
          <a:solidFill>
            <a:schemeClr val="tx1"/>
          </a:solidFill>
          <a:latin typeface="黑体" panose="02010600030101010101" pitchFamily="49" charset="-122"/>
          <a:ea typeface="黑体" panose="02010600030101010101" pitchFamily="49" charset="-122"/>
          <a:cs typeface="+mj-cs"/>
        </a:defRPr>
      </a:lvl1pPr>
      <a:lvl2pPr algn="l" rtl="0" eaLnBrk="0" fontAlgn="base" hangingPunct="0">
        <a:spcBef>
          <a:spcPct val="0"/>
        </a:spcBef>
        <a:spcAft>
          <a:spcPct val="0"/>
        </a:spcAft>
        <a:defRPr sz="3200" b="1">
          <a:solidFill>
            <a:schemeClr val="tx1"/>
          </a:solidFill>
          <a:latin typeface="黑体" panose="02010600030101010101" pitchFamily="49" charset="-122"/>
          <a:ea typeface="黑体" panose="02010600030101010101" pitchFamily="49" charset="-122"/>
        </a:defRPr>
      </a:lvl2pPr>
      <a:lvl3pPr algn="l" rtl="0" eaLnBrk="0" fontAlgn="base" hangingPunct="0">
        <a:spcBef>
          <a:spcPct val="0"/>
        </a:spcBef>
        <a:spcAft>
          <a:spcPct val="0"/>
        </a:spcAft>
        <a:defRPr sz="3200" b="1">
          <a:solidFill>
            <a:schemeClr val="tx1"/>
          </a:solidFill>
          <a:latin typeface="黑体" panose="02010600030101010101" pitchFamily="49" charset="-122"/>
          <a:ea typeface="黑体" panose="02010600030101010101" pitchFamily="49" charset="-122"/>
        </a:defRPr>
      </a:lvl3pPr>
      <a:lvl4pPr algn="l" rtl="0" eaLnBrk="0" fontAlgn="base" hangingPunct="0">
        <a:spcBef>
          <a:spcPct val="0"/>
        </a:spcBef>
        <a:spcAft>
          <a:spcPct val="0"/>
        </a:spcAft>
        <a:defRPr sz="3200" b="1">
          <a:solidFill>
            <a:schemeClr val="tx1"/>
          </a:solidFill>
          <a:latin typeface="黑体" panose="02010600030101010101" pitchFamily="49" charset="-122"/>
          <a:ea typeface="黑体" panose="02010600030101010101" pitchFamily="49" charset="-122"/>
        </a:defRPr>
      </a:lvl4pPr>
      <a:lvl5pPr algn="l" rtl="0" eaLnBrk="0" fontAlgn="base" hangingPunct="0">
        <a:spcBef>
          <a:spcPct val="0"/>
        </a:spcBef>
        <a:spcAft>
          <a:spcPct val="0"/>
        </a:spcAft>
        <a:defRPr sz="3200" b="1">
          <a:solidFill>
            <a:schemeClr val="tx1"/>
          </a:solidFill>
          <a:latin typeface="黑体" panose="02010600030101010101" pitchFamily="49" charset="-122"/>
          <a:ea typeface="黑体" panose="02010600030101010101" pitchFamily="49" charset="-122"/>
        </a:defRPr>
      </a:lvl5pPr>
      <a:lvl6pPr marL="609600" algn="l" rtl="0" fontAlgn="base">
        <a:spcBef>
          <a:spcPct val="0"/>
        </a:spcBef>
        <a:spcAft>
          <a:spcPct val="0"/>
        </a:spcAft>
        <a:defRPr sz="3200" b="1">
          <a:solidFill>
            <a:schemeClr val="tx1"/>
          </a:solidFill>
          <a:latin typeface="黑体" panose="02010600030101010101" pitchFamily="49" charset="-122"/>
          <a:ea typeface="黑体" panose="02010600030101010101" pitchFamily="49" charset="-122"/>
        </a:defRPr>
      </a:lvl6pPr>
      <a:lvl7pPr marL="1219200" algn="l" rtl="0" fontAlgn="base">
        <a:spcBef>
          <a:spcPct val="0"/>
        </a:spcBef>
        <a:spcAft>
          <a:spcPct val="0"/>
        </a:spcAft>
        <a:defRPr sz="3200" b="1">
          <a:solidFill>
            <a:schemeClr val="tx1"/>
          </a:solidFill>
          <a:latin typeface="黑体" panose="02010600030101010101" pitchFamily="49" charset="-122"/>
          <a:ea typeface="黑体" panose="02010600030101010101" pitchFamily="49" charset="-122"/>
        </a:defRPr>
      </a:lvl7pPr>
      <a:lvl8pPr marL="1828800" algn="l" rtl="0" fontAlgn="base">
        <a:spcBef>
          <a:spcPct val="0"/>
        </a:spcBef>
        <a:spcAft>
          <a:spcPct val="0"/>
        </a:spcAft>
        <a:defRPr sz="3200" b="1">
          <a:solidFill>
            <a:schemeClr val="tx1"/>
          </a:solidFill>
          <a:latin typeface="黑体" panose="02010600030101010101" pitchFamily="49" charset="-122"/>
          <a:ea typeface="黑体" panose="02010600030101010101" pitchFamily="49" charset="-122"/>
        </a:defRPr>
      </a:lvl8pPr>
      <a:lvl9pPr marL="2438400" algn="l" rtl="0" fontAlgn="base">
        <a:spcBef>
          <a:spcPct val="0"/>
        </a:spcBef>
        <a:spcAft>
          <a:spcPct val="0"/>
        </a:spcAft>
        <a:defRPr sz="3200" b="1">
          <a:solidFill>
            <a:schemeClr val="tx1"/>
          </a:solidFill>
          <a:latin typeface="黑体" panose="02010600030101010101" pitchFamily="49" charset="-122"/>
          <a:ea typeface="黑体" panose="02010600030101010101" pitchFamily="49" charset="-122"/>
        </a:defRPr>
      </a:lvl9pPr>
    </p:titleStyle>
    <p:bodyStyle>
      <a:lvl1pPr marL="457200" marR="0" indent="-457200" algn="l" defTabSz="914400" rtl="0" eaLnBrk="0" fontAlgn="base" latinLnBrk="0" hangingPunct="0">
        <a:lnSpc>
          <a:spcPct val="150000"/>
        </a:lnSpc>
        <a:spcBef>
          <a:spcPct val="20000"/>
        </a:spcBef>
        <a:spcAft>
          <a:spcPct val="0"/>
        </a:spcAft>
        <a:buClrTx/>
        <a:buSzTx/>
        <a:buFont typeface="Arial" panose="020B0604020202090204" pitchFamily="34" charset="0"/>
        <a:buChar char="•"/>
        <a:defRPr sz="2400" b="0" i="0" kern="1200">
          <a:solidFill>
            <a:schemeClr val="tx1">
              <a:lumMod val="75000"/>
              <a:lumOff val="25000"/>
            </a:schemeClr>
          </a:solidFill>
          <a:latin typeface="Alibaba PuHuiTi R" pitchFamily="18" charset="-122"/>
          <a:ea typeface="Alibaba PuHuiTi R" pitchFamily="18" charset="-122"/>
          <a:cs typeface="Alibaba PuHuiTi R" pitchFamily="18" charset="-122"/>
        </a:defRPr>
      </a:lvl1pPr>
      <a:lvl2pPr marL="609600" indent="0" algn="l" rtl="0" eaLnBrk="0" fontAlgn="base" hangingPunct="0">
        <a:spcBef>
          <a:spcPct val="20000"/>
        </a:spcBef>
        <a:spcAft>
          <a:spcPct val="0"/>
        </a:spcAft>
        <a:buFont typeface="Arial" panose="020B0604020202090204" pitchFamily="34" charset="0"/>
        <a:buNone/>
        <a:defRPr b="1" kern="1200">
          <a:solidFill>
            <a:schemeClr val="tx1"/>
          </a:solidFill>
          <a:latin typeface="黑体" panose="02010600030101010101" pitchFamily="49" charset="-122"/>
          <a:ea typeface="黑体" panose="02010600030101010101" pitchFamily="49" charset="-122"/>
          <a:cs typeface="+mn-cs"/>
        </a:defRPr>
      </a:lvl2pPr>
      <a:lvl3pPr marL="1524000" indent="-304800" algn="l" rtl="0" eaLnBrk="0" fontAlgn="base" hangingPunct="0">
        <a:spcBef>
          <a:spcPct val="20000"/>
        </a:spcBef>
        <a:spcAft>
          <a:spcPct val="0"/>
        </a:spcAft>
        <a:buFont typeface="Arial" panose="020B0604020202090204" pitchFamily="34" charset="0"/>
        <a:buChar char="•"/>
        <a:defRPr sz="1865" b="1" kern="1200">
          <a:solidFill>
            <a:schemeClr val="tx1"/>
          </a:solidFill>
          <a:latin typeface="黑体" panose="02010600030101010101" pitchFamily="49" charset="-122"/>
          <a:ea typeface="黑体" panose="02010600030101010101" pitchFamily="49" charset="-122"/>
          <a:cs typeface="+mn-cs"/>
        </a:defRPr>
      </a:lvl3pPr>
      <a:lvl4pPr marL="21336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椭圆 3"/>
          <p:cNvSpPr/>
          <p:nvPr userDrawn="1"/>
        </p:nvSpPr>
        <p:spPr>
          <a:xfrm>
            <a:off x="1285029" y="2458684"/>
            <a:ext cx="474473" cy="474473"/>
          </a:xfrm>
          <a:prstGeom prst="ellipse">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zh-CN" altLang="en-US"/>
          </a:p>
        </p:txBody>
      </p:sp>
      <p:sp>
        <p:nvSpPr>
          <p:cNvPr id="11" name="矩形 10"/>
          <p:cNvSpPr/>
          <p:nvPr userDrawn="1"/>
        </p:nvSpPr>
        <p:spPr bwMode="auto">
          <a:xfrm>
            <a:off x="10890251" y="6786000"/>
            <a:ext cx="1301749" cy="72000"/>
          </a:xfrm>
          <a:prstGeom prst="rect">
            <a:avLst/>
          </a:prstGeom>
          <a:solidFill>
            <a:srgbClr val="49504F"/>
          </a:solidFill>
          <a:ln w="9525" cap="flat" cmpd="sng" algn="ctr">
            <a:noFill/>
            <a:prstDash val="solid"/>
            <a:round/>
            <a:headEnd type="none" w="med" len="med"/>
            <a:tailEnd type="none" w="med" len="med"/>
          </a:ln>
          <a:effectLst/>
        </p:spPr>
        <p:txBody>
          <a:bodyPr/>
          <a:lstStyle/>
          <a:p>
            <a:pPr>
              <a:buFont typeface="Arial" panose="020B0604020202090204" pitchFamily="34" charset="0"/>
              <a:buNone/>
              <a:defRPr/>
            </a:pPr>
            <a:endParaRPr lang="zh-CN" altLang="en-US" sz="2400">
              <a:latin typeface="Segoe UI" panose="020B0502040204020203" pitchFamily="34" charset="0"/>
              <a:ea typeface="微软雅黑" panose="020B0503020204020204" pitchFamily="34" charset="-122"/>
            </a:endParaRPr>
          </a:p>
        </p:txBody>
      </p:sp>
      <p:sp>
        <p:nvSpPr>
          <p:cNvPr id="22" name="矩形 22"/>
          <p:cNvSpPr>
            <a:spLocks noChangeArrowheads="1"/>
          </p:cNvSpPr>
          <p:nvPr userDrawn="1"/>
        </p:nvSpPr>
        <p:spPr bwMode="auto">
          <a:xfrm>
            <a:off x="1" y="6786000"/>
            <a:ext cx="10818284" cy="72000"/>
          </a:xfrm>
          <a:prstGeom prst="rect">
            <a:avLst/>
          </a:prstGeom>
          <a:solidFill>
            <a:srgbClr val="AD2B26"/>
          </a:solidFill>
          <a:ln>
            <a:noFill/>
          </a:ln>
        </p:spPr>
        <p:txBody>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90204" pitchFamily="34" charset="0"/>
              <a:buNone/>
              <a:defRPr/>
            </a:pPr>
            <a:endParaRPr lang="zh-CN" altLang="en-US" sz="2400" dirty="0">
              <a:latin typeface="Segoe UI" panose="020B0502040204020203" pitchFamily="34" charset="0"/>
              <a:ea typeface="微软雅黑" panose="020B0503020204020204" pitchFamily="34" charset="-122"/>
            </a:endParaRPr>
          </a:p>
        </p:txBody>
      </p:sp>
      <p:sp>
        <p:nvSpPr>
          <p:cNvPr id="20" name="文本框 19"/>
          <p:cNvSpPr txBox="1"/>
          <p:nvPr/>
        </p:nvSpPr>
        <p:spPr>
          <a:xfrm>
            <a:off x="1732839" y="2333175"/>
            <a:ext cx="2307042" cy="738664"/>
          </a:xfrm>
          <a:prstGeom prst="rect">
            <a:avLst/>
          </a:prstGeom>
          <a:noFill/>
          <a:ln>
            <a:noFill/>
          </a:ln>
        </p:spPr>
        <p:txBody>
          <a:bodyPr wrap="none" rtlCol="0">
            <a:spAutoFit/>
          </a:bodyPr>
          <a:lstStyle/>
          <a:p>
            <a:pPr algn="ctr"/>
            <a:r>
              <a:rPr lang="zh-CN" altLang="en-US" sz="4200" b="1" i="0" dirty="0">
                <a:latin typeface="Alibaba PuHuiTi B" pitchFamily="18" charset="-122"/>
                <a:ea typeface="Alibaba PuHuiTi B" pitchFamily="18" charset="-122"/>
                <a:cs typeface="Alibaba PuHuiTi B" pitchFamily="18" charset="-122"/>
              </a:rPr>
              <a:t>学习目标</a:t>
            </a:r>
            <a:endParaRPr lang="zh-CN" altLang="en-US" sz="4200" b="1" i="0" dirty="0">
              <a:latin typeface="Alibaba PuHuiTi B" pitchFamily="18" charset="-122"/>
              <a:ea typeface="Alibaba PuHuiTi B" pitchFamily="18" charset="-122"/>
              <a:cs typeface="Alibaba PuHuiTi B" pitchFamily="18" charset="-122"/>
            </a:endParaRPr>
          </a:p>
        </p:txBody>
      </p:sp>
      <p:sp>
        <p:nvSpPr>
          <p:cNvPr id="21" name="文本框 20"/>
          <p:cNvSpPr txBox="1"/>
          <p:nvPr/>
        </p:nvSpPr>
        <p:spPr>
          <a:xfrm>
            <a:off x="702992" y="2983479"/>
            <a:ext cx="3873724" cy="415498"/>
          </a:xfrm>
          <a:prstGeom prst="rect">
            <a:avLst/>
          </a:prstGeom>
          <a:noFill/>
          <a:ln>
            <a:noFill/>
          </a:ln>
        </p:spPr>
        <p:txBody>
          <a:bodyPr wrap="square" rtlCol="0">
            <a:spAutoFit/>
          </a:bodyPr>
          <a:lstStyle/>
          <a:p>
            <a:pPr algn="ctr"/>
            <a:r>
              <a:rPr lang="en-US" altLang="zh-CN"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Learning</a:t>
            </a:r>
            <a:r>
              <a:rPr lang="zh-CN" altLang="en-US"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 </a:t>
            </a:r>
            <a:r>
              <a:rPr lang="en-US" altLang="zh-CN"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Objectives</a:t>
            </a:r>
            <a:endParaRPr lang="zh-CN" altLang="en-US" sz="2100" dirty="0">
              <a:solidFill>
                <a:schemeClr val="bg1">
                  <a:lumMod val="85000"/>
                </a:schemeClr>
              </a:solidFill>
              <a:latin typeface="Verdana" panose="020B0604030504040204" pitchFamily="34" charset="0"/>
              <a:ea typeface="阿里巴巴普惠体" panose="00020600040101010101" pitchFamily="18" charset="-122"/>
              <a:cs typeface="阿里巴巴普惠体" panose="00020600040101010101" pitchFamily="18" charset="-122"/>
            </a:endParaRPr>
          </a:p>
        </p:txBody>
      </p:sp>
      <p:cxnSp>
        <p:nvCxnSpPr>
          <p:cNvPr id="23" name="直接连接符 2"/>
          <p:cNvCxnSpPr/>
          <p:nvPr/>
        </p:nvCxnSpPr>
        <p:spPr>
          <a:xfrm>
            <a:off x="4417699" y="2336716"/>
            <a:ext cx="0" cy="106226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3" name="图形 2"/>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319070" y="2491361"/>
            <a:ext cx="406390" cy="406390"/>
          </a:xfrm>
          <a:prstGeom prst="rect">
            <a:avLst/>
          </a:prstGeom>
        </p:spPr>
      </p:pic>
    </p:spTree>
  </p:cSld>
  <p:clrMap bg1="lt1" tx1="dk1" bg2="lt2" tx2="dk2" accent1="accent1" accent2="accent2" accent3="accent3" accent4="accent4" accent5="accent5" accent6="accent6" hlink="hlink" folHlink="folHlink"/>
  <p:sldLayoutIdLst>
    <p:sldLayoutId id="2147483654" r:id="rId1"/>
  </p:sldLayoutIdLst>
  <p:txStyles>
    <p:titleStyle>
      <a:lvl1pPr algn="l" rtl="0" eaLnBrk="0" fontAlgn="base" hangingPunct="0">
        <a:spcBef>
          <a:spcPct val="0"/>
        </a:spcBef>
        <a:spcAft>
          <a:spcPct val="0"/>
        </a:spcAft>
        <a:defRPr sz="3200" b="1" kern="1200">
          <a:solidFill>
            <a:schemeClr val="tx1"/>
          </a:solidFill>
          <a:latin typeface="黑体" panose="02010600030101010101" pitchFamily="49" charset="-122"/>
          <a:ea typeface="黑体" panose="02010600030101010101" pitchFamily="49" charset="-122"/>
          <a:cs typeface="+mj-cs"/>
        </a:defRPr>
      </a:lvl1pPr>
      <a:lvl2pPr algn="l" rtl="0" eaLnBrk="0" fontAlgn="base" hangingPunct="0">
        <a:spcBef>
          <a:spcPct val="0"/>
        </a:spcBef>
        <a:spcAft>
          <a:spcPct val="0"/>
        </a:spcAft>
        <a:defRPr sz="3200" b="1">
          <a:solidFill>
            <a:schemeClr val="tx1"/>
          </a:solidFill>
          <a:latin typeface="黑体" panose="02010600030101010101" pitchFamily="49" charset="-122"/>
          <a:ea typeface="黑体" panose="02010600030101010101" pitchFamily="49" charset="-122"/>
        </a:defRPr>
      </a:lvl2pPr>
      <a:lvl3pPr algn="l" rtl="0" eaLnBrk="0" fontAlgn="base" hangingPunct="0">
        <a:spcBef>
          <a:spcPct val="0"/>
        </a:spcBef>
        <a:spcAft>
          <a:spcPct val="0"/>
        </a:spcAft>
        <a:defRPr sz="3200" b="1">
          <a:solidFill>
            <a:schemeClr val="tx1"/>
          </a:solidFill>
          <a:latin typeface="黑体" panose="02010600030101010101" pitchFamily="49" charset="-122"/>
          <a:ea typeface="黑体" panose="02010600030101010101" pitchFamily="49" charset="-122"/>
        </a:defRPr>
      </a:lvl3pPr>
      <a:lvl4pPr algn="l" rtl="0" eaLnBrk="0" fontAlgn="base" hangingPunct="0">
        <a:spcBef>
          <a:spcPct val="0"/>
        </a:spcBef>
        <a:spcAft>
          <a:spcPct val="0"/>
        </a:spcAft>
        <a:defRPr sz="3200" b="1">
          <a:solidFill>
            <a:schemeClr val="tx1"/>
          </a:solidFill>
          <a:latin typeface="黑体" panose="02010600030101010101" pitchFamily="49" charset="-122"/>
          <a:ea typeface="黑体" panose="02010600030101010101" pitchFamily="49" charset="-122"/>
        </a:defRPr>
      </a:lvl4pPr>
      <a:lvl5pPr algn="l" rtl="0" eaLnBrk="0" fontAlgn="base" hangingPunct="0">
        <a:spcBef>
          <a:spcPct val="0"/>
        </a:spcBef>
        <a:spcAft>
          <a:spcPct val="0"/>
        </a:spcAft>
        <a:defRPr sz="3200" b="1">
          <a:solidFill>
            <a:schemeClr val="tx1"/>
          </a:solidFill>
          <a:latin typeface="黑体" panose="02010600030101010101" pitchFamily="49" charset="-122"/>
          <a:ea typeface="黑体" panose="02010600030101010101" pitchFamily="49" charset="-122"/>
        </a:defRPr>
      </a:lvl5pPr>
      <a:lvl6pPr marL="609600" algn="l" rtl="0" fontAlgn="base">
        <a:spcBef>
          <a:spcPct val="0"/>
        </a:spcBef>
        <a:spcAft>
          <a:spcPct val="0"/>
        </a:spcAft>
        <a:defRPr sz="3200" b="1">
          <a:solidFill>
            <a:schemeClr val="tx1"/>
          </a:solidFill>
          <a:latin typeface="黑体" panose="02010600030101010101" pitchFamily="49" charset="-122"/>
          <a:ea typeface="黑体" panose="02010600030101010101" pitchFamily="49" charset="-122"/>
        </a:defRPr>
      </a:lvl6pPr>
      <a:lvl7pPr marL="1219200" algn="l" rtl="0" fontAlgn="base">
        <a:spcBef>
          <a:spcPct val="0"/>
        </a:spcBef>
        <a:spcAft>
          <a:spcPct val="0"/>
        </a:spcAft>
        <a:defRPr sz="3200" b="1">
          <a:solidFill>
            <a:schemeClr val="tx1"/>
          </a:solidFill>
          <a:latin typeface="黑体" panose="02010600030101010101" pitchFamily="49" charset="-122"/>
          <a:ea typeface="黑体" panose="02010600030101010101" pitchFamily="49" charset="-122"/>
        </a:defRPr>
      </a:lvl7pPr>
      <a:lvl8pPr marL="1828800" algn="l" rtl="0" fontAlgn="base">
        <a:spcBef>
          <a:spcPct val="0"/>
        </a:spcBef>
        <a:spcAft>
          <a:spcPct val="0"/>
        </a:spcAft>
        <a:defRPr sz="3200" b="1">
          <a:solidFill>
            <a:schemeClr val="tx1"/>
          </a:solidFill>
          <a:latin typeface="黑体" panose="02010600030101010101" pitchFamily="49" charset="-122"/>
          <a:ea typeface="黑体" panose="02010600030101010101" pitchFamily="49" charset="-122"/>
        </a:defRPr>
      </a:lvl8pPr>
      <a:lvl9pPr marL="2438400" algn="l" rtl="0" fontAlgn="base">
        <a:spcBef>
          <a:spcPct val="0"/>
        </a:spcBef>
        <a:spcAft>
          <a:spcPct val="0"/>
        </a:spcAft>
        <a:defRPr sz="3200" b="1">
          <a:solidFill>
            <a:schemeClr val="tx1"/>
          </a:solidFill>
          <a:latin typeface="黑体" panose="02010600030101010101" pitchFamily="49" charset="-122"/>
          <a:ea typeface="黑体" panose="02010600030101010101" pitchFamily="49" charset="-122"/>
        </a:defRPr>
      </a:lvl9pPr>
    </p:titleStyle>
    <p:bodyStyle>
      <a:lvl1pPr marL="457200" marR="0" indent="-457200" algn="l" defTabSz="914400" rtl="0" eaLnBrk="0" fontAlgn="base" latinLnBrk="0" hangingPunct="0">
        <a:lnSpc>
          <a:spcPct val="150000"/>
        </a:lnSpc>
        <a:spcBef>
          <a:spcPct val="20000"/>
        </a:spcBef>
        <a:spcAft>
          <a:spcPct val="0"/>
        </a:spcAft>
        <a:buClrTx/>
        <a:buSzTx/>
        <a:buFont typeface="Arial" panose="020B0604020202090204" pitchFamily="34" charset="0"/>
        <a:buChar char="•"/>
        <a:defRPr sz="2400" b="0" i="0" kern="1200">
          <a:solidFill>
            <a:schemeClr val="tx1">
              <a:lumMod val="75000"/>
              <a:lumOff val="25000"/>
            </a:schemeClr>
          </a:solidFill>
          <a:latin typeface="Alibaba PuHuiTi R" pitchFamily="18" charset="-122"/>
          <a:ea typeface="Alibaba PuHuiTi R" pitchFamily="18" charset="-122"/>
          <a:cs typeface="Alibaba PuHuiTi R" pitchFamily="18" charset="-122"/>
        </a:defRPr>
      </a:lvl1pPr>
      <a:lvl2pPr marL="609600" indent="0" algn="l" rtl="0" eaLnBrk="0" fontAlgn="base" hangingPunct="0">
        <a:spcBef>
          <a:spcPct val="20000"/>
        </a:spcBef>
        <a:spcAft>
          <a:spcPct val="0"/>
        </a:spcAft>
        <a:buFont typeface="Arial" panose="020B0604020202090204" pitchFamily="34" charset="0"/>
        <a:buNone/>
        <a:defRPr b="1" kern="1200">
          <a:solidFill>
            <a:schemeClr val="tx1"/>
          </a:solidFill>
          <a:latin typeface="黑体" panose="02010600030101010101" pitchFamily="49" charset="-122"/>
          <a:ea typeface="黑体" panose="02010600030101010101" pitchFamily="49" charset="-122"/>
          <a:cs typeface="+mn-cs"/>
        </a:defRPr>
      </a:lvl2pPr>
      <a:lvl3pPr marL="1524000" indent="-304800" algn="l" rtl="0" eaLnBrk="0" fontAlgn="base" hangingPunct="0">
        <a:spcBef>
          <a:spcPct val="20000"/>
        </a:spcBef>
        <a:spcAft>
          <a:spcPct val="0"/>
        </a:spcAft>
        <a:buFont typeface="Arial" panose="020B0604020202090204" pitchFamily="34" charset="0"/>
        <a:buChar char="•"/>
        <a:defRPr sz="1865" b="1" kern="1200">
          <a:solidFill>
            <a:schemeClr val="tx1"/>
          </a:solidFill>
          <a:latin typeface="黑体" panose="02010600030101010101" pitchFamily="49" charset="-122"/>
          <a:ea typeface="黑体" panose="02010600030101010101" pitchFamily="49" charset="-122"/>
          <a:cs typeface="+mn-cs"/>
        </a:defRPr>
      </a:lvl3pPr>
      <a:lvl4pPr marL="21336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六边形 6"/>
          <p:cNvSpPr/>
          <p:nvPr userDrawn="1"/>
        </p:nvSpPr>
        <p:spPr>
          <a:xfrm rot="5400000">
            <a:off x="3779834" y="2429461"/>
            <a:ext cx="1318512" cy="1136649"/>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userDrawn="1"/>
        </p:nvSpPr>
        <p:spPr>
          <a:xfrm rot="5400000">
            <a:off x="3567036" y="3257393"/>
            <a:ext cx="429253" cy="370046"/>
          </a:xfrm>
          <a:prstGeom prst="hexag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cSld>
  <p:clrMap bg1="lt1" tx1="dk1" bg2="lt2" tx2="dk2" accent1="accent1" accent2="accent2" accent3="accent3" accent4="accent4" accent5="accent5" accent6="accent6" hlink="hlink" folHlink="folHlink"/>
  <p:sldLayoutIdLst>
    <p:sldLayoutId id="2147483656"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六边形 6"/>
          <p:cNvSpPr/>
          <p:nvPr userDrawn="1"/>
        </p:nvSpPr>
        <p:spPr>
          <a:xfrm rot="5400000">
            <a:off x="3779834" y="2429461"/>
            <a:ext cx="1318512" cy="1136649"/>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六边形 10"/>
          <p:cNvSpPr/>
          <p:nvPr userDrawn="1"/>
        </p:nvSpPr>
        <p:spPr>
          <a:xfrm rot="5400000">
            <a:off x="3567036" y="3257393"/>
            <a:ext cx="429253" cy="370046"/>
          </a:xfrm>
          <a:prstGeom prst="hexag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cSld>
  <p:clrMap bg1="lt1" tx1="dk1" bg2="lt2" tx2="dk2" accent1="accent1" accent2="accent2" accent3="accent3" accent4="accent4" accent5="accent5" accent6="accent6" hlink="hlink" folHlink="folHlink"/>
  <p:sldLayoutIdLst>
    <p:sldLayoutId id="2147483658"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8" name="矩形 17"/>
          <p:cNvSpPr/>
          <p:nvPr userDrawn="1"/>
        </p:nvSpPr>
        <p:spPr bwMode="auto">
          <a:xfrm>
            <a:off x="10890251" y="6786000"/>
            <a:ext cx="1301749" cy="72000"/>
          </a:xfrm>
          <a:prstGeom prst="rect">
            <a:avLst/>
          </a:prstGeom>
          <a:solidFill>
            <a:srgbClr val="49504F"/>
          </a:solidFill>
          <a:ln w="9525" cap="flat" cmpd="sng" algn="ctr">
            <a:noFill/>
            <a:prstDash val="solid"/>
            <a:round/>
            <a:headEnd type="none" w="med" len="med"/>
            <a:tailEnd type="none" w="med" len="med"/>
          </a:ln>
          <a:effectLst/>
        </p:spPr>
        <p:txBody>
          <a:bodyPr/>
          <a:lstStyle/>
          <a:p>
            <a:pPr>
              <a:buFont typeface="Arial" panose="020B0604020202090204" pitchFamily="34" charset="0"/>
              <a:buNone/>
              <a:defRPr/>
            </a:pPr>
            <a:endParaRPr lang="zh-CN" altLang="en-US" sz="2400">
              <a:latin typeface="Segoe UI" panose="020B0502040204020203" pitchFamily="34" charset="0"/>
              <a:ea typeface="微软雅黑" panose="020B0503020204020204" pitchFamily="34" charset="-122"/>
            </a:endParaRPr>
          </a:p>
        </p:txBody>
      </p:sp>
      <p:sp>
        <p:nvSpPr>
          <p:cNvPr id="20" name="矩形 22"/>
          <p:cNvSpPr>
            <a:spLocks noChangeArrowheads="1"/>
          </p:cNvSpPr>
          <p:nvPr userDrawn="1"/>
        </p:nvSpPr>
        <p:spPr bwMode="auto">
          <a:xfrm>
            <a:off x="1" y="6786000"/>
            <a:ext cx="10818284" cy="72000"/>
          </a:xfrm>
          <a:prstGeom prst="rect">
            <a:avLst/>
          </a:prstGeom>
          <a:solidFill>
            <a:srgbClr val="AD2B26"/>
          </a:solidFill>
          <a:ln>
            <a:noFill/>
          </a:ln>
        </p:spPr>
        <p:txBody>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90204" pitchFamily="34" charset="0"/>
              <a:buNone/>
              <a:defRPr/>
            </a:pPr>
            <a:endParaRPr lang="zh-CN" altLang="en-US" sz="2400" dirty="0">
              <a:latin typeface="Segoe UI" panose="020B0502040204020203" pitchFamily="34" charset="0"/>
              <a:ea typeface="微软雅黑" panose="020B0503020204020204" pitchFamily="34" charset="-122"/>
            </a:endParaRPr>
          </a:p>
        </p:txBody>
      </p:sp>
      <p:cxnSp>
        <p:nvCxnSpPr>
          <p:cNvPr id="11" name="直接连接符 22"/>
          <p:cNvCxnSpPr/>
          <p:nvPr userDrawn="1"/>
        </p:nvCxnSpPr>
        <p:spPr>
          <a:xfrm flipH="1">
            <a:off x="323600" y="763880"/>
            <a:ext cx="11544801" cy="0"/>
          </a:xfrm>
          <a:prstGeom prst="line">
            <a:avLst/>
          </a:prstGeom>
          <a:ln w="9525">
            <a:solidFill>
              <a:srgbClr val="F2F2F2"/>
            </a:solidFill>
          </a:ln>
        </p:spPr>
        <p:style>
          <a:lnRef idx="1">
            <a:schemeClr val="accent1"/>
          </a:lnRef>
          <a:fillRef idx="0">
            <a:schemeClr val="accent1"/>
          </a:fillRef>
          <a:effectRef idx="0">
            <a:schemeClr val="accent1"/>
          </a:effectRef>
          <a:fontRef idx="minor">
            <a:schemeClr val="tx1"/>
          </a:fontRef>
        </p:style>
      </p:cxnSp>
      <p:grpSp>
        <p:nvGrpSpPr>
          <p:cNvPr id="12" name="组合 11"/>
          <p:cNvGrpSpPr/>
          <p:nvPr userDrawn="1"/>
        </p:nvGrpSpPr>
        <p:grpSpPr>
          <a:xfrm>
            <a:off x="0" y="420997"/>
            <a:ext cx="224590" cy="220464"/>
            <a:chOff x="0" y="262878"/>
            <a:chExt cx="224590" cy="506266"/>
          </a:xfrm>
        </p:grpSpPr>
        <p:sp>
          <p:nvSpPr>
            <p:cNvPr id="13" name="矩形 12"/>
            <p:cNvSpPr/>
            <p:nvPr/>
          </p:nvSpPr>
          <p:spPr>
            <a:xfrm>
              <a:off x="0" y="262878"/>
              <a:ext cx="224590" cy="506266"/>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142500" y="262878"/>
              <a:ext cx="82090" cy="506266"/>
            </a:xfrm>
            <a:prstGeom prst="rect">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pic>
        <p:nvPicPr>
          <p:cNvPr id="16" name="图片 15"/>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10634242" y="283220"/>
            <a:ext cx="1225447" cy="358241"/>
          </a:xfrm>
          <a:prstGeom prst="rect">
            <a:avLst/>
          </a:prstGeom>
        </p:spPr>
      </p:pic>
    </p:spTree>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Lst>
  <p:txStyles>
    <p:titleStyle>
      <a:lvl1pPr algn="l" rtl="0" eaLnBrk="0" fontAlgn="base" hangingPunct="0">
        <a:spcBef>
          <a:spcPct val="0"/>
        </a:spcBef>
        <a:spcAft>
          <a:spcPct val="0"/>
        </a:spcAft>
        <a:defRPr sz="3200" b="1" kern="1200">
          <a:solidFill>
            <a:schemeClr val="tx1"/>
          </a:solidFill>
          <a:latin typeface="黑体" panose="02010600030101010101" pitchFamily="49" charset="-122"/>
          <a:ea typeface="黑体" panose="02010600030101010101" pitchFamily="49" charset="-122"/>
          <a:cs typeface="+mj-cs"/>
        </a:defRPr>
      </a:lvl1pPr>
      <a:lvl2pPr algn="l" rtl="0" eaLnBrk="0" fontAlgn="base" hangingPunct="0">
        <a:spcBef>
          <a:spcPct val="0"/>
        </a:spcBef>
        <a:spcAft>
          <a:spcPct val="0"/>
        </a:spcAft>
        <a:defRPr sz="3200" b="1">
          <a:solidFill>
            <a:schemeClr val="tx1"/>
          </a:solidFill>
          <a:latin typeface="黑体" panose="02010600030101010101" pitchFamily="49" charset="-122"/>
          <a:ea typeface="黑体" panose="02010600030101010101" pitchFamily="49" charset="-122"/>
        </a:defRPr>
      </a:lvl2pPr>
      <a:lvl3pPr algn="l" rtl="0" eaLnBrk="0" fontAlgn="base" hangingPunct="0">
        <a:spcBef>
          <a:spcPct val="0"/>
        </a:spcBef>
        <a:spcAft>
          <a:spcPct val="0"/>
        </a:spcAft>
        <a:defRPr sz="3200" b="1">
          <a:solidFill>
            <a:schemeClr val="tx1"/>
          </a:solidFill>
          <a:latin typeface="黑体" panose="02010600030101010101" pitchFamily="49" charset="-122"/>
          <a:ea typeface="黑体" panose="02010600030101010101" pitchFamily="49" charset="-122"/>
        </a:defRPr>
      </a:lvl3pPr>
      <a:lvl4pPr algn="l" rtl="0" eaLnBrk="0" fontAlgn="base" hangingPunct="0">
        <a:spcBef>
          <a:spcPct val="0"/>
        </a:spcBef>
        <a:spcAft>
          <a:spcPct val="0"/>
        </a:spcAft>
        <a:defRPr sz="3200" b="1">
          <a:solidFill>
            <a:schemeClr val="tx1"/>
          </a:solidFill>
          <a:latin typeface="黑体" panose="02010600030101010101" pitchFamily="49" charset="-122"/>
          <a:ea typeface="黑体" panose="02010600030101010101" pitchFamily="49" charset="-122"/>
        </a:defRPr>
      </a:lvl4pPr>
      <a:lvl5pPr algn="l" rtl="0" eaLnBrk="0" fontAlgn="base" hangingPunct="0">
        <a:spcBef>
          <a:spcPct val="0"/>
        </a:spcBef>
        <a:spcAft>
          <a:spcPct val="0"/>
        </a:spcAft>
        <a:defRPr sz="3200" b="1">
          <a:solidFill>
            <a:schemeClr val="tx1"/>
          </a:solidFill>
          <a:latin typeface="黑体" panose="02010600030101010101" pitchFamily="49" charset="-122"/>
          <a:ea typeface="黑体" panose="02010600030101010101" pitchFamily="49" charset="-122"/>
        </a:defRPr>
      </a:lvl5pPr>
      <a:lvl6pPr marL="609600" algn="l" rtl="0" fontAlgn="base">
        <a:spcBef>
          <a:spcPct val="0"/>
        </a:spcBef>
        <a:spcAft>
          <a:spcPct val="0"/>
        </a:spcAft>
        <a:defRPr sz="3200" b="1">
          <a:solidFill>
            <a:schemeClr val="tx1"/>
          </a:solidFill>
          <a:latin typeface="黑体" panose="02010600030101010101" pitchFamily="49" charset="-122"/>
          <a:ea typeface="黑体" panose="02010600030101010101" pitchFamily="49" charset="-122"/>
        </a:defRPr>
      </a:lvl6pPr>
      <a:lvl7pPr marL="1219200" algn="l" rtl="0" fontAlgn="base">
        <a:spcBef>
          <a:spcPct val="0"/>
        </a:spcBef>
        <a:spcAft>
          <a:spcPct val="0"/>
        </a:spcAft>
        <a:defRPr sz="3200" b="1">
          <a:solidFill>
            <a:schemeClr val="tx1"/>
          </a:solidFill>
          <a:latin typeface="黑体" panose="02010600030101010101" pitchFamily="49" charset="-122"/>
          <a:ea typeface="黑体" panose="02010600030101010101" pitchFamily="49" charset="-122"/>
        </a:defRPr>
      </a:lvl7pPr>
      <a:lvl8pPr marL="1828800" algn="l" rtl="0" fontAlgn="base">
        <a:spcBef>
          <a:spcPct val="0"/>
        </a:spcBef>
        <a:spcAft>
          <a:spcPct val="0"/>
        </a:spcAft>
        <a:defRPr sz="3200" b="1">
          <a:solidFill>
            <a:schemeClr val="tx1"/>
          </a:solidFill>
          <a:latin typeface="黑体" panose="02010600030101010101" pitchFamily="49" charset="-122"/>
          <a:ea typeface="黑体" panose="02010600030101010101" pitchFamily="49" charset="-122"/>
        </a:defRPr>
      </a:lvl8pPr>
      <a:lvl9pPr marL="2438400" algn="l" rtl="0" fontAlgn="base">
        <a:spcBef>
          <a:spcPct val="0"/>
        </a:spcBef>
        <a:spcAft>
          <a:spcPct val="0"/>
        </a:spcAft>
        <a:defRPr sz="3200" b="1">
          <a:solidFill>
            <a:schemeClr val="tx1"/>
          </a:solidFill>
          <a:latin typeface="黑体" panose="02010600030101010101" pitchFamily="49" charset="-122"/>
          <a:ea typeface="黑体" panose="02010600030101010101" pitchFamily="49" charset="-122"/>
        </a:defRPr>
      </a:lvl9pPr>
    </p:titleStyle>
    <p:bodyStyle>
      <a:lvl1pPr marL="457200" indent="-457200" algn="l" rtl="0" eaLnBrk="0" fontAlgn="base" hangingPunct="0">
        <a:spcBef>
          <a:spcPct val="20000"/>
        </a:spcBef>
        <a:spcAft>
          <a:spcPct val="0"/>
        </a:spcAft>
        <a:buFont typeface="Arial" panose="020B0604020202090204" pitchFamily="34" charset="0"/>
        <a:buChar char="•"/>
        <a:defRPr sz="4265" kern="1200">
          <a:solidFill>
            <a:schemeClr val="tx1"/>
          </a:solidFill>
          <a:latin typeface="+mn-lt"/>
          <a:ea typeface="+mn-ea"/>
          <a:cs typeface="+mn-cs"/>
        </a:defRPr>
      </a:lvl1pPr>
      <a:lvl2pPr marL="990600" indent="-381000" algn="l" rtl="0" eaLnBrk="0" fontAlgn="base" hangingPunct="0">
        <a:spcBef>
          <a:spcPct val="20000"/>
        </a:spcBef>
        <a:spcAft>
          <a:spcPct val="0"/>
        </a:spcAft>
        <a:buFont typeface="Arial" panose="020B0604020202090204" pitchFamily="34" charset="0"/>
        <a:buChar char="–"/>
        <a:defRPr b="1" kern="1200">
          <a:solidFill>
            <a:schemeClr val="tx1"/>
          </a:solidFill>
          <a:latin typeface="黑体" panose="02010600030101010101" pitchFamily="49" charset="-122"/>
          <a:ea typeface="黑体" panose="02010600030101010101" pitchFamily="49" charset="-122"/>
          <a:cs typeface="+mn-cs"/>
        </a:defRPr>
      </a:lvl2pPr>
      <a:lvl3pPr marL="1524000" indent="-304800" algn="l" rtl="0" eaLnBrk="0" fontAlgn="base" hangingPunct="0">
        <a:spcBef>
          <a:spcPct val="20000"/>
        </a:spcBef>
        <a:spcAft>
          <a:spcPct val="0"/>
        </a:spcAft>
        <a:buFont typeface="Arial" panose="020B0604020202090204" pitchFamily="34" charset="0"/>
        <a:buChar char="•"/>
        <a:defRPr sz="1865" b="1" kern="1200">
          <a:solidFill>
            <a:schemeClr val="tx1"/>
          </a:solidFill>
          <a:latin typeface="黑体" panose="02010600030101010101" pitchFamily="49" charset="-122"/>
          <a:ea typeface="黑体" panose="02010600030101010101" pitchFamily="49" charset="-122"/>
          <a:cs typeface="+mn-cs"/>
        </a:defRPr>
      </a:lvl3pPr>
      <a:lvl4pPr marL="21336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4938713" y="2604635"/>
            <a:ext cx="2314575" cy="955968"/>
          </a:xfrm>
          <a:prstGeom prst="rect">
            <a:avLst/>
          </a:prstGeom>
        </p:spPr>
      </p:pic>
    </p:spTree>
  </p:cSld>
  <p:clrMap bg1="lt1" tx1="dk1" bg2="lt2" tx2="dk2" accent1="accent1" accent2="accent2" accent3="accent3" accent4="accent4" accent5="accent5" accent6="accent6" hlink="hlink" folHlink="folHlink"/>
  <p:sldLayoutIdLst>
    <p:sldLayoutId id="2147483675" r:id="rId1"/>
  </p:sldLayoutIdLst>
  <p:txStyles>
    <p:titleStyle>
      <a:lvl1pPr algn="ctr" rtl="0" eaLnBrk="0" fontAlgn="base" hangingPunct="0">
        <a:spcBef>
          <a:spcPct val="0"/>
        </a:spcBef>
        <a:spcAft>
          <a:spcPct val="0"/>
        </a:spcAft>
        <a:defRPr sz="5865" kern="1200">
          <a:solidFill>
            <a:schemeClr val="tx1"/>
          </a:solidFill>
          <a:latin typeface="+mj-lt"/>
          <a:ea typeface="+mj-ea"/>
          <a:cs typeface="+mj-cs"/>
        </a:defRPr>
      </a:lvl1pPr>
      <a:lvl2pPr algn="ctr" rtl="0" eaLnBrk="0" fontAlgn="base" hangingPunct="0">
        <a:spcBef>
          <a:spcPct val="0"/>
        </a:spcBef>
        <a:spcAft>
          <a:spcPct val="0"/>
        </a:spcAft>
        <a:defRPr sz="5865">
          <a:solidFill>
            <a:schemeClr val="tx1"/>
          </a:solidFill>
          <a:latin typeface="Calibri" panose="020F0502020204030204" pitchFamily="34" charset="0"/>
          <a:ea typeface="黑体" panose="02010600030101010101" pitchFamily="49" charset="-122"/>
        </a:defRPr>
      </a:lvl2pPr>
      <a:lvl3pPr algn="ctr" rtl="0" eaLnBrk="0" fontAlgn="base" hangingPunct="0">
        <a:spcBef>
          <a:spcPct val="0"/>
        </a:spcBef>
        <a:spcAft>
          <a:spcPct val="0"/>
        </a:spcAft>
        <a:defRPr sz="5865">
          <a:solidFill>
            <a:schemeClr val="tx1"/>
          </a:solidFill>
          <a:latin typeface="Calibri" panose="020F0502020204030204" pitchFamily="34" charset="0"/>
          <a:ea typeface="黑体" panose="02010600030101010101" pitchFamily="49" charset="-122"/>
        </a:defRPr>
      </a:lvl3pPr>
      <a:lvl4pPr algn="ctr" rtl="0" eaLnBrk="0" fontAlgn="base" hangingPunct="0">
        <a:spcBef>
          <a:spcPct val="0"/>
        </a:spcBef>
        <a:spcAft>
          <a:spcPct val="0"/>
        </a:spcAft>
        <a:defRPr sz="5865">
          <a:solidFill>
            <a:schemeClr val="tx1"/>
          </a:solidFill>
          <a:latin typeface="Calibri" panose="020F0502020204030204" pitchFamily="34" charset="0"/>
          <a:ea typeface="黑体" panose="02010600030101010101" pitchFamily="49" charset="-122"/>
        </a:defRPr>
      </a:lvl4pPr>
      <a:lvl5pPr algn="ctr" rtl="0" eaLnBrk="0" fontAlgn="base" hangingPunct="0">
        <a:spcBef>
          <a:spcPct val="0"/>
        </a:spcBef>
        <a:spcAft>
          <a:spcPct val="0"/>
        </a:spcAft>
        <a:defRPr sz="5865">
          <a:solidFill>
            <a:schemeClr val="tx1"/>
          </a:solidFill>
          <a:latin typeface="Calibri" panose="020F0502020204030204" pitchFamily="34" charset="0"/>
          <a:ea typeface="黑体" panose="02010600030101010101" pitchFamily="49" charset="-122"/>
        </a:defRPr>
      </a:lvl5pPr>
      <a:lvl6pPr marL="6096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6pPr>
      <a:lvl7pPr marL="12192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7pPr>
      <a:lvl8pPr marL="18288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8pPr>
      <a:lvl9pPr marL="24384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9pPr>
    </p:titleStyle>
    <p:bodyStyle>
      <a:lvl1pPr marL="457200" indent="-457200" algn="l" rtl="0" eaLnBrk="0" fontAlgn="base" hangingPunct="0">
        <a:spcBef>
          <a:spcPct val="20000"/>
        </a:spcBef>
        <a:spcAft>
          <a:spcPct val="0"/>
        </a:spcAft>
        <a:buFont typeface="Arial" panose="020B0604020202090204" pitchFamily="34" charset="0"/>
        <a:buChar char="•"/>
        <a:defRPr sz="4265" kern="1200">
          <a:solidFill>
            <a:schemeClr val="tx1"/>
          </a:solidFill>
          <a:latin typeface="+mn-lt"/>
          <a:ea typeface="+mn-ea"/>
          <a:cs typeface="+mn-cs"/>
        </a:defRPr>
      </a:lvl1pPr>
      <a:lvl2pPr marL="990600" indent="-381000" algn="l" rtl="0" eaLnBrk="0" fontAlgn="base" hangingPunct="0">
        <a:spcBef>
          <a:spcPct val="20000"/>
        </a:spcBef>
        <a:spcAft>
          <a:spcPct val="0"/>
        </a:spcAft>
        <a:buFont typeface="Arial" panose="020B0604020202090204" pitchFamily="34" charset="0"/>
        <a:buChar char="–"/>
        <a:defRPr sz="3735" kern="1200">
          <a:solidFill>
            <a:schemeClr val="tx1"/>
          </a:solidFill>
          <a:latin typeface="+mn-lt"/>
          <a:ea typeface="+mn-ea"/>
          <a:cs typeface="+mn-cs"/>
        </a:defRPr>
      </a:lvl2pPr>
      <a:lvl3pPr marL="1524000" indent="-304800" algn="l" rtl="0" eaLnBrk="0" fontAlgn="base" hangingPunct="0">
        <a:spcBef>
          <a:spcPct val="20000"/>
        </a:spcBef>
        <a:spcAft>
          <a:spcPct val="0"/>
        </a:spcAft>
        <a:buFont typeface="Arial" panose="020B0604020202090204" pitchFamily="34" charset="0"/>
        <a:buChar char="•"/>
        <a:defRPr sz="3200" kern="1200">
          <a:solidFill>
            <a:schemeClr val="tx1"/>
          </a:solidFill>
          <a:latin typeface="+mn-lt"/>
          <a:ea typeface="+mn-ea"/>
          <a:cs typeface="+mn-cs"/>
        </a:defRPr>
      </a:lvl3pPr>
      <a:lvl4pPr marL="21336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0.png"/><Relationship Id="rId1" Type="http://schemas.openxmlformats.org/officeDocument/2006/relationships/image" Target="../media/image19.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GB" altLang="zh-CN" b="1" dirty="0"/>
              <a:t>Pandas</a:t>
            </a:r>
            <a:r>
              <a:rPr lang="zh-CN" altLang="en-US" b="1" dirty="0"/>
              <a:t>绘图</a:t>
            </a:r>
            <a:endParaRPr lang="zh-CN" altLang="en-US"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zh-CN" altLang="en-US" dirty="0"/>
              <a:t>熟练掌握</a:t>
            </a:r>
            <a:r>
              <a:rPr lang="en-US" altLang="zh-CN" dirty="0"/>
              <a:t>Pandas</a:t>
            </a:r>
            <a:r>
              <a:rPr lang="zh-CN" altLang="en-US" dirty="0"/>
              <a:t>数据可视化常用功能</a:t>
            </a:r>
            <a:endParaRPr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b="1" dirty="0">
                <a:solidFill>
                  <a:srgbClr val="FF0000"/>
                </a:solidFill>
              </a:rPr>
              <a:t>Pandas</a:t>
            </a:r>
            <a:r>
              <a:rPr lang="zh-CN" altLang="en-US" b="1" dirty="0">
                <a:solidFill>
                  <a:srgbClr val="FF0000"/>
                </a:solidFill>
              </a:rPr>
              <a:t>数据可视化简介</a:t>
            </a:r>
            <a:endParaRPr lang="en-US" altLang="zh-CN" b="1" dirty="0">
              <a:solidFill>
                <a:srgbClr val="FF0000"/>
              </a:solidFill>
            </a:endParaRPr>
          </a:p>
          <a:p>
            <a:r>
              <a:rPr lang="en-GB" altLang="zh-CN" b="1" dirty="0"/>
              <a:t>Pandas </a:t>
            </a:r>
            <a:r>
              <a:rPr lang="zh-CN" altLang="en-US" b="1" dirty="0"/>
              <a:t>单变量可视化</a:t>
            </a:r>
            <a:endParaRPr lang="zh-CN" altLang="en-US" b="1" dirty="0"/>
          </a:p>
          <a:p>
            <a:r>
              <a:rPr lang="en-GB" altLang="zh-CN" b="1" dirty="0"/>
              <a:t>Pandas </a:t>
            </a:r>
            <a:r>
              <a:rPr lang="zh-CN" altLang="en-US" b="1" dirty="0"/>
              <a:t>双变量可视化</a:t>
            </a:r>
            <a:endParaRPr lang="zh-CN" altLang="en-US" b="1" dirty="0"/>
          </a:p>
          <a:p>
            <a:pPr marL="0" indent="0">
              <a:buNone/>
            </a:pPr>
            <a:endParaRPr lang="zh-CN" altLang="en-US" b="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en-US" altLang="zh-CN" dirty="0"/>
              <a:t>1 Pandas</a:t>
            </a:r>
            <a:r>
              <a:rPr lang="zh-CN" altLang="en-US" dirty="0"/>
              <a:t>数据可视化简介</a:t>
            </a:r>
            <a:endParaRPr lang="en-US" altLang="zh-CN" dirty="0"/>
          </a:p>
        </p:txBody>
      </p:sp>
      <p:sp>
        <p:nvSpPr>
          <p:cNvPr id="4" name="文本占位符 3"/>
          <p:cNvSpPr>
            <a:spLocks noGrp="1"/>
          </p:cNvSpPr>
          <p:nvPr>
            <p:ph type="body" sz="quarter" idx="10"/>
          </p:nvPr>
        </p:nvSpPr>
        <p:spPr/>
        <p:txBody>
          <a:bodyPr/>
          <a:lstStyle/>
          <a:p>
            <a:r>
              <a:rPr lang="zh-CN" altLang="en-US" dirty="0"/>
              <a:t>介绍</a:t>
            </a:r>
            <a:endParaRPr lang="zh-CN" altLang="en-US" dirty="0"/>
          </a:p>
        </p:txBody>
      </p:sp>
      <p:sp>
        <p:nvSpPr>
          <p:cNvPr id="5" name="文本占位符 4"/>
          <p:cNvSpPr>
            <a:spLocks noGrp="1"/>
          </p:cNvSpPr>
          <p:nvPr>
            <p:ph type="body" sz="quarter" idx="11"/>
          </p:nvPr>
        </p:nvSpPr>
        <p:spPr/>
        <p:txBody>
          <a:bodyPr/>
          <a:lstStyle/>
          <a:p>
            <a:pPr marL="285750" indent="-285750">
              <a:buFont typeface="Wingdings" panose="05000000000000000000" pitchFamily="2" charset="2"/>
              <a:buChar char="u"/>
            </a:pPr>
            <a:r>
              <a:rPr lang="en-US" altLang="zh-CN" dirty="0"/>
              <a:t>pandas</a:t>
            </a:r>
            <a:r>
              <a:rPr lang="zh-CN" altLang="en-US" dirty="0"/>
              <a:t>库是</a:t>
            </a:r>
            <a:r>
              <a:rPr lang="en-US" altLang="zh-CN" dirty="0"/>
              <a:t>Python</a:t>
            </a:r>
            <a:r>
              <a:rPr lang="zh-CN" altLang="en-US" dirty="0"/>
              <a:t>数据分析的核心库 </a:t>
            </a:r>
            <a:endParaRPr lang="zh-CN" altLang="en-US" dirty="0"/>
          </a:p>
          <a:p>
            <a:pPr marL="285750" indent="-285750">
              <a:buFont typeface="Wingdings" panose="05000000000000000000" pitchFamily="2" charset="2"/>
              <a:buChar char="u"/>
            </a:pPr>
            <a:r>
              <a:rPr lang="zh-CN" altLang="en-US" dirty="0"/>
              <a:t>它不仅可以加载和转换数据，还可以做更多的事情：它还可以可视化</a:t>
            </a:r>
            <a:endParaRPr lang="zh-CN" altLang="en-US" dirty="0"/>
          </a:p>
          <a:p>
            <a:pPr marL="285750" indent="-285750">
              <a:buFont typeface="Wingdings" panose="05000000000000000000" pitchFamily="2" charset="2"/>
              <a:buChar char="u"/>
            </a:pPr>
            <a:r>
              <a:rPr lang="en-US" altLang="zh-CN" dirty="0"/>
              <a:t>pandas</a:t>
            </a:r>
            <a:r>
              <a:rPr lang="zh-CN" altLang="en-US" dirty="0"/>
              <a:t>绘图</a:t>
            </a:r>
            <a:r>
              <a:rPr lang="en-US" altLang="zh-CN" dirty="0"/>
              <a:t>API</a:t>
            </a:r>
            <a:r>
              <a:rPr lang="zh-CN" altLang="en-US" dirty="0"/>
              <a:t>简单易用，是</a:t>
            </a:r>
            <a:r>
              <a:rPr lang="en-US" altLang="zh-CN" dirty="0"/>
              <a:t>pandas</a:t>
            </a:r>
            <a:r>
              <a:rPr lang="zh-CN" altLang="en-US" dirty="0"/>
              <a:t>流行的重要原因之一</a:t>
            </a:r>
            <a:endParaRPr lang="zh-CN" altLang="en-US" dirty="0"/>
          </a:p>
          <a:p>
            <a:pPr marL="285750" indent="-285750">
              <a:buFont typeface="Wingdings" panose="05000000000000000000" pitchFamily="2" charset="2"/>
              <a:buChar char="u"/>
            </a:pPr>
            <a:endParaRPr lang="zh-CN"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b="1" dirty="0"/>
              <a:t>Pandas</a:t>
            </a:r>
            <a:r>
              <a:rPr lang="zh-CN" altLang="en-US" b="1" dirty="0"/>
              <a:t>数据可视化简介</a:t>
            </a:r>
            <a:endParaRPr lang="en-US" altLang="zh-CN" b="1" dirty="0"/>
          </a:p>
          <a:p>
            <a:r>
              <a:rPr lang="en-GB" altLang="zh-CN" b="1" dirty="0">
                <a:solidFill>
                  <a:srgbClr val="FF0000"/>
                </a:solidFill>
              </a:rPr>
              <a:t>Pandas </a:t>
            </a:r>
            <a:r>
              <a:rPr lang="zh-CN" altLang="en-US" b="1" dirty="0">
                <a:solidFill>
                  <a:srgbClr val="FF0000"/>
                </a:solidFill>
              </a:rPr>
              <a:t>单变量可视化</a:t>
            </a:r>
            <a:endParaRPr lang="zh-CN" altLang="en-US" b="1" dirty="0">
              <a:solidFill>
                <a:srgbClr val="FF0000"/>
              </a:solidFill>
            </a:endParaRPr>
          </a:p>
          <a:p>
            <a:r>
              <a:rPr lang="en-GB" altLang="zh-CN" b="1" dirty="0"/>
              <a:t>Pandas </a:t>
            </a:r>
            <a:r>
              <a:rPr lang="zh-CN" altLang="en-US" b="1" dirty="0"/>
              <a:t>双变量可视化</a:t>
            </a:r>
            <a:endParaRPr lang="zh-CN" altLang="en-US" b="1" dirty="0"/>
          </a:p>
          <a:p>
            <a:pPr marL="0" indent="0">
              <a:buNone/>
            </a:pPr>
            <a:endParaRPr lang="zh-CN" altLang="en-US" b="1"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en-US" altLang="zh-CN" dirty="0"/>
              <a:t>2</a:t>
            </a:r>
            <a:r>
              <a:rPr lang="zh-CN" altLang="en-US" dirty="0"/>
              <a:t> </a:t>
            </a:r>
            <a:r>
              <a:rPr lang="en-GB" altLang="zh-CN" dirty="0"/>
              <a:t>Pandas </a:t>
            </a:r>
            <a:r>
              <a:rPr lang="zh-CN" altLang="en-US" dirty="0"/>
              <a:t>单变量可视化</a:t>
            </a:r>
            <a:endParaRPr lang="en-US" altLang="zh-CN" dirty="0"/>
          </a:p>
        </p:txBody>
      </p:sp>
      <p:sp>
        <p:nvSpPr>
          <p:cNvPr id="4" name="文本占位符 3"/>
          <p:cNvSpPr>
            <a:spLocks noGrp="1"/>
          </p:cNvSpPr>
          <p:nvPr>
            <p:ph type="body" sz="quarter" idx="10"/>
          </p:nvPr>
        </p:nvSpPr>
        <p:spPr/>
        <p:txBody>
          <a:bodyPr/>
          <a:lstStyle/>
          <a:p>
            <a:r>
              <a:rPr lang="en-US" altLang="zh-CN" dirty="0"/>
              <a:t>2.1</a:t>
            </a:r>
            <a:r>
              <a:rPr lang="zh-CN" altLang="en-US" dirty="0"/>
              <a:t> 介绍</a:t>
            </a:r>
            <a:endParaRPr lang="zh-CN" altLang="en-US" dirty="0"/>
          </a:p>
        </p:txBody>
      </p:sp>
      <p:sp>
        <p:nvSpPr>
          <p:cNvPr id="5" name="文本占位符 4"/>
          <p:cNvSpPr>
            <a:spLocks noGrp="1"/>
          </p:cNvSpPr>
          <p:nvPr>
            <p:ph type="body" sz="quarter" idx="11"/>
          </p:nvPr>
        </p:nvSpPr>
        <p:spPr/>
        <p:txBody>
          <a:bodyPr/>
          <a:lstStyle/>
          <a:p>
            <a:pPr marL="285750" indent="-285750">
              <a:buFont typeface="Wingdings" panose="05000000000000000000" pitchFamily="2" charset="2"/>
              <a:buChar char="u"/>
            </a:pPr>
            <a:r>
              <a:rPr lang="zh-CN" altLang="en-US" dirty="0"/>
              <a:t>单变量可视化， 包括条形图、折线图、直方图、饼图等</a:t>
            </a:r>
            <a:endParaRPr lang="en-US" altLang="zh-CN" dirty="0"/>
          </a:p>
          <a:p>
            <a:pPr marL="285750" indent="-285750">
              <a:buFont typeface="Wingdings" panose="05000000000000000000" pitchFamily="2" charset="2"/>
              <a:buChar char="u"/>
            </a:pPr>
            <a:r>
              <a:rPr lang="zh-CN" altLang="en-US" dirty="0"/>
              <a:t>数据使用葡萄酒评论数据集，来自葡萄酒爱好者杂志，包含</a:t>
            </a:r>
            <a:r>
              <a:rPr lang="en-US" altLang="zh-CN" dirty="0"/>
              <a:t>10</a:t>
            </a:r>
            <a:r>
              <a:rPr lang="zh-CN" altLang="en-US" dirty="0"/>
              <a:t>个字段，</a:t>
            </a:r>
            <a:r>
              <a:rPr lang="en-US" altLang="zh-CN" dirty="0"/>
              <a:t>150929</a:t>
            </a:r>
            <a:r>
              <a:rPr lang="zh-CN" altLang="en-US" dirty="0"/>
              <a:t>行，每一行代表一款葡萄酒</a:t>
            </a:r>
            <a:endParaRPr lang="en-US" altLang="zh-CN" dirty="0"/>
          </a:p>
          <a:p>
            <a:endParaRPr lang="zh-CN" altLang="en-US" dirty="0"/>
          </a:p>
        </p:txBody>
      </p:sp>
      <p:pic>
        <p:nvPicPr>
          <p:cNvPr id="2" name="图片 1"/>
          <p:cNvPicPr>
            <a:picLocks noChangeAspect="1"/>
          </p:cNvPicPr>
          <p:nvPr/>
        </p:nvPicPr>
        <p:blipFill>
          <a:blip r:embed="rId1"/>
          <a:stretch>
            <a:fillRect/>
          </a:stretch>
        </p:blipFill>
        <p:spPr>
          <a:xfrm>
            <a:off x="2316480" y="2558697"/>
            <a:ext cx="5720080" cy="406527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en-US" altLang="zh-CN" dirty="0"/>
              <a:t>2</a:t>
            </a:r>
            <a:r>
              <a:rPr lang="zh-CN" altLang="en-US" dirty="0"/>
              <a:t> </a:t>
            </a:r>
            <a:r>
              <a:rPr lang="en-GB" altLang="zh-CN" dirty="0"/>
              <a:t>Pandas </a:t>
            </a:r>
            <a:r>
              <a:rPr lang="zh-CN" altLang="en-US" dirty="0"/>
              <a:t>单变量可视化</a:t>
            </a:r>
            <a:endParaRPr lang="en-US" altLang="zh-CN" dirty="0"/>
          </a:p>
        </p:txBody>
      </p:sp>
      <p:sp>
        <p:nvSpPr>
          <p:cNvPr id="4" name="文本占位符 3"/>
          <p:cNvSpPr>
            <a:spLocks noGrp="1"/>
          </p:cNvSpPr>
          <p:nvPr>
            <p:ph type="body" sz="quarter" idx="10"/>
          </p:nvPr>
        </p:nvSpPr>
        <p:spPr/>
        <p:txBody>
          <a:bodyPr/>
          <a:lstStyle/>
          <a:p>
            <a:r>
              <a:rPr lang="en-US" altLang="zh-CN" dirty="0"/>
              <a:t>2.2</a:t>
            </a:r>
            <a:r>
              <a:rPr lang="zh-CN" altLang="en-US" dirty="0"/>
              <a:t> 柱状图和分类数据</a:t>
            </a:r>
            <a:endParaRPr lang="zh-CN" altLang="en-US" dirty="0"/>
          </a:p>
        </p:txBody>
      </p:sp>
      <p:sp>
        <p:nvSpPr>
          <p:cNvPr id="5" name="文本占位符 4"/>
          <p:cNvSpPr>
            <a:spLocks noGrp="1"/>
          </p:cNvSpPr>
          <p:nvPr>
            <p:ph type="body" sz="quarter" idx="11"/>
          </p:nvPr>
        </p:nvSpPr>
        <p:spPr>
          <a:xfrm>
            <a:off x="710565" y="1656080"/>
            <a:ext cx="11279505" cy="4956810"/>
          </a:xfrm>
        </p:spPr>
        <p:txBody>
          <a:bodyPr/>
          <a:lstStyle/>
          <a:p>
            <a:pPr marL="285750" indent="-285750">
              <a:buFont typeface="Wingdings" panose="05000000000000000000" pitchFamily="2" charset="2"/>
              <a:buChar char="u"/>
            </a:pPr>
            <a:r>
              <a:rPr lang="zh-CN" altLang="en-US" dirty="0"/>
              <a:t>加载数据</a:t>
            </a:r>
            <a:endParaRPr lang="zh-CN" altLang="en-US" dirty="0"/>
          </a:p>
          <a:p>
            <a:r>
              <a:rPr lang="en-GB" altLang="zh-CN" dirty="0"/>
              <a:t>import pandas as </a:t>
            </a:r>
            <a:r>
              <a:rPr lang="en-GB" altLang="zh-CN" dirty="0" err="1"/>
              <a:t>pd</a:t>
            </a:r>
            <a:endParaRPr lang="en-GB" altLang="zh-CN" dirty="0"/>
          </a:p>
          <a:p>
            <a:r>
              <a:rPr lang="en-GB" altLang="zh-CN" dirty="0"/>
              <a:t>reviews = </a:t>
            </a:r>
            <a:r>
              <a:rPr lang="en-GB" altLang="zh-CN" dirty="0" err="1"/>
              <a:t>pd.read_csv</a:t>
            </a:r>
            <a:r>
              <a:rPr lang="en-GB" altLang="zh-CN" dirty="0"/>
              <a:t>("data/winemag-data_first150k.csv", </a:t>
            </a:r>
            <a:r>
              <a:rPr lang="en-GB" altLang="zh-CN" dirty="0" err="1"/>
              <a:t>index_col</a:t>
            </a:r>
            <a:r>
              <a:rPr lang="en-GB" altLang="zh-CN" dirty="0"/>
              <a:t>=0)</a:t>
            </a:r>
            <a:endParaRPr lang="en-GB" altLang="zh-CN" dirty="0"/>
          </a:p>
          <a:p>
            <a:r>
              <a:rPr lang="en-GB" altLang="zh-CN" dirty="0" err="1"/>
              <a:t>reviews.head</a:t>
            </a:r>
            <a:r>
              <a:rPr lang="en-GB" altLang="zh-CN" dirty="0"/>
              <a:t>(3)</a:t>
            </a:r>
            <a:endParaRPr lang="en-GB" altLang="zh-CN" dirty="0"/>
          </a:p>
          <a:p>
            <a:pPr marL="285750" indent="-285750">
              <a:buFont typeface="Wingdings" panose="05000000000000000000" pitchFamily="2" charset="2"/>
              <a:buChar char="u"/>
            </a:pPr>
            <a:r>
              <a:rPr lang="zh-CN" altLang="en-US" dirty="0"/>
              <a:t>条形图是最简单最常用的可视化图表</a:t>
            </a:r>
            <a:endParaRPr lang="en-US" altLang="zh-CN" dirty="0"/>
          </a:p>
          <a:p>
            <a:r>
              <a:rPr lang="zh-CN" altLang="en-US" dirty="0"/>
              <a:t>在下面的案例中，将所有的葡萄酒品牌按照产区分类，看看哪个产区的葡萄酒品种多：</a:t>
            </a:r>
            <a:endParaRPr lang="en-US" altLang="zh-CN" dirty="0"/>
          </a:p>
          <a:p>
            <a:r>
              <a:rPr lang="en-GB" altLang="zh-CN" dirty="0"/>
              <a:t># </a:t>
            </a:r>
            <a:r>
              <a:rPr lang="en-GB" altLang="zh-CN" dirty="0" err="1"/>
              <a:t>figsize</a:t>
            </a:r>
            <a:r>
              <a:rPr lang="en-GB" altLang="zh-CN" dirty="0"/>
              <a:t> </a:t>
            </a:r>
            <a:r>
              <a:rPr lang="zh-CN" altLang="en-US" dirty="0"/>
              <a:t>绘图区域大小， </a:t>
            </a:r>
            <a:r>
              <a:rPr lang="en-GB" altLang="zh-CN" dirty="0" err="1"/>
              <a:t>fontsize</a:t>
            </a:r>
            <a:r>
              <a:rPr lang="en-GB" altLang="zh-CN" dirty="0"/>
              <a:t> </a:t>
            </a:r>
            <a:r>
              <a:rPr lang="zh-CN" altLang="en-US" dirty="0"/>
              <a:t>字体大小 </a:t>
            </a:r>
            <a:r>
              <a:rPr lang="en-GB" altLang="zh-CN" dirty="0"/>
              <a:t>color </a:t>
            </a:r>
            <a:r>
              <a:rPr lang="zh-CN" altLang="en-US" dirty="0"/>
              <a:t>颜色</a:t>
            </a:r>
            <a:endParaRPr lang="zh-CN" altLang="en-US" dirty="0"/>
          </a:p>
          <a:p>
            <a:r>
              <a:rPr lang="en-GB" altLang="zh-CN" dirty="0" err="1"/>
              <a:t>text_kwargs</a:t>
            </a:r>
            <a:r>
              <a:rPr lang="en-GB" altLang="zh-CN" dirty="0"/>
              <a:t>=</a:t>
            </a:r>
            <a:r>
              <a:rPr lang="en-GB" altLang="zh-CN" dirty="0" err="1"/>
              <a:t>dict</a:t>
            </a:r>
            <a:r>
              <a:rPr lang="en-GB" altLang="zh-CN" dirty="0"/>
              <a:t>(</a:t>
            </a:r>
            <a:r>
              <a:rPr lang="en-GB" altLang="zh-CN" dirty="0" err="1"/>
              <a:t>figsize</a:t>
            </a:r>
            <a:r>
              <a:rPr lang="en-GB" altLang="zh-CN" dirty="0"/>
              <a:t> = (16,8),</a:t>
            </a:r>
            <a:r>
              <a:rPr lang="en-GB" altLang="zh-CN" dirty="0" err="1"/>
              <a:t>fontsize</a:t>
            </a:r>
            <a:r>
              <a:rPr lang="en-GB" altLang="zh-CN" dirty="0"/>
              <a:t>=20,color = ['</a:t>
            </a:r>
            <a:r>
              <a:rPr lang="en-GB" altLang="zh-CN" dirty="0" err="1"/>
              <a:t>b','orange', </a:t>
            </a:r>
            <a:r>
              <a:rPr lang="en-US" altLang="en-GB" dirty="0" err="1"/>
              <a:t>\</a:t>
            </a:r>
            <a:endParaRPr lang="en-GB" altLang="zh-CN" dirty="0" err="1"/>
          </a:p>
          <a:p>
            <a:r>
              <a:rPr lang="en-GB" altLang="zh-CN" dirty="0" err="1"/>
              <a:t>'g','r','purple','brown','pink','gray','cyan','y</a:t>
            </a:r>
            <a:r>
              <a:rPr lang="en-GB" altLang="zh-CN" dirty="0"/>
              <a:t>'])</a:t>
            </a:r>
            <a:endParaRPr lang="en-GB" altLang="zh-CN" dirty="0"/>
          </a:p>
          <a:p>
            <a:endParaRPr lang="en-GB" altLang="zh-CN" dirty="0"/>
          </a:p>
          <a:p>
            <a:r>
              <a:rPr lang="en-GB" altLang="zh-CN" dirty="0"/>
              <a:t>reviews['province'].</a:t>
            </a:r>
            <a:r>
              <a:rPr lang="en-GB" altLang="zh-CN" dirty="0" err="1"/>
              <a:t>value_counts</a:t>
            </a:r>
            <a:r>
              <a:rPr lang="en-GB" altLang="zh-CN" dirty="0"/>
              <a:t>().head(10).</a:t>
            </a:r>
            <a:r>
              <a:rPr lang="en-GB" altLang="zh-CN" dirty="0" err="1"/>
              <a:t>plot.bar</a:t>
            </a:r>
            <a:r>
              <a:rPr lang="en-GB" altLang="zh-CN" dirty="0"/>
              <a:t>(**</a:t>
            </a:r>
            <a:r>
              <a:rPr lang="en-GB" altLang="zh-CN" dirty="0" err="1"/>
              <a:t>text_kwargs</a:t>
            </a:r>
            <a:r>
              <a:rPr lang="en-GB" altLang="zh-CN" dirty="0"/>
              <a:t>)</a:t>
            </a:r>
            <a:endParaRPr lang="zh-CN" altLang="en-US" dirty="0"/>
          </a:p>
        </p:txBody>
      </p:sp>
      <p:pic>
        <p:nvPicPr>
          <p:cNvPr id="2" name="图片 1"/>
          <p:cNvPicPr>
            <a:picLocks noChangeAspect="1"/>
          </p:cNvPicPr>
          <p:nvPr/>
        </p:nvPicPr>
        <p:blipFill>
          <a:blip r:embed="rId1"/>
          <a:stretch>
            <a:fillRect/>
          </a:stretch>
        </p:blipFill>
        <p:spPr>
          <a:xfrm>
            <a:off x="7651115" y="4091305"/>
            <a:ext cx="4187825" cy="28702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en-US" altLang="zh-CN" dirty="0"/>
              <a:t>2</a:t>
            </a:r>
            <a:r>
              <a:rPr lang="zh-CN" altLang="en-US" dirty="0"/>
              <a:t> </a:t>
            </a:r>
            <a:r>
              <a:rPr lang="en-GB" altLang="zh-CN" dirty="0"/>
              <a:t>Pandas </a:t>
            </a:r>
            <a:r>
              <a:rPr lang="zh-CN" altLang="en-US" dirty="0"/>
              <a:t>单变量可视化</a:t>
            </a:r>
            <a:endParaRPr lang="en-US" altLang="zh-CN" dirty="0"/>
          </a:p>
        </p:txBody>
      </p:sp>
      <p:sp>
        <p:nvSpPr>
          <p:cNvPr id="4" name="文本占位符 3"/>
          <p:cNvSpPr>
            <a:spLocks noGrp="1"/>
          </p:cNvSpPr>
          <p:nvPr>
            <p:ph type="body" sz="quarter" idx="10"/>
          </p:nvPr>
        </p:nvSpPr>
        <p:spPr/>
        <p:txBody>
          <a:bodyPr/>
          <a:lstStyle/>
          <a:p>
            <a:r>
              <a:rPr lang="en-US" altLang="zh-CN" dirty="0"/>
              <a:t>2.2</a:t>
            </a:r>
            <a:r>
              <a:rPr lang="zh-CN" altLang="en-US" dirty="0"/>
              <a:t> 柱状图和分类数据</a:t>
            </a:r>
            <a:endParaRPr lang="zh-CN" altLang="en-US" dirty="0"/>
          </a:p>
        </p:txBody>
      </p:sp>
      <p:sp>
        <p:nvSpPr>
          <p:cNvPr id="5" name="文本占位符 4"/>
          <p:cNvSpPr>
            <a:spLocks noGrp="1"/>
          </p:cNvSpPr>
          <p:nvPr>
            <p:ph type="body" sz="quarter" idx="11"/>
          </p:nvPr>
        </p:nvSpPr>
        <p:spPr/>
        <p:txBody>
          <a:bodyPr/>
          <a:lstStyle/>
          <a:p>
            <a:pPr marL="285750" indent="-285750">
              <a:buFont typeface="Wingdings" panose="05000000000000000000" pitchFamily="2" charset="2"/>
              <a:buChar char="u"/>
            </a:pPr>
            <a:r>
              <a:rPr lang="zh-CN" altLang="en-US" dirty="0"/>
              <a:t>上面的图表说明加利福尼亚生产的葡萄酒比其他省都多</a:t>
            </a:r>
            <a:endParaRPr lang="en-US" altLang="zh-CN" dirty="0"/>
          </a:p>
          <a:p>
            <a:pPr marL="285750" indent="-285750">
              <a:buFont typeface="Wingdings" panose="05000000000000000000" pitchFamily="2" charset="2"/>
              <a:buChar char="u"/>
            </a:pPr>
            <a:r>
              <a:rPr lang="zh-CN" altLang="en-US" dirty="0"/>
              <a:t>也可以折算成比例</a:t>
            </a:r>
            <a:r>
              <a:rPr lang="en-US" altLang="zh-CN" dirty="0"/>
              <a:t>, </a:t>
            </a:r>
            <a:r>
              <a:rPr lang="zh-CN" altLang="en-US" dirty="0"/>
              <a:t>计算加利福尼亚葡萄酒占总数的百分比</a:t>
            </a:r>
            <a:endParaRPr lang="en-US" altLang="zh-CN" dirty="0"/>
          </a:p>
          <a:p>
            <a:r>
              <a:rPr lang="en-GB" altLang="zh-CN" dirty="0"/>
              <a:t>(reviews['province'].</a:t>
            </a:r>
            <a:r>
              <a:rPr lang="en-GB" altLang="zh-CN" dirty="0" err="1"/>
              <a:t>value_counts</a:t>
            </a:r>
            <a:r>
              <a:rPr lang="en-GB" altLang="zh-CN" dirty="0"/>
              <a:t>().head(10) / </a:t>
            </a:r>
            <a:r>
              <a:rPr lang="en-GB" altLang="zh-CN" dirty="0" err="1"/>
              <a:t>len</a:t>
            </a:r>
            <a:r>
              <a:rPr lang="en-GB" altLang="zh-CN" dirty="0"/>
              <a:t>(reviews)).</a:t>
            </a:r>
            <a:r>
              <a:rPr lang="en-GB" altLang="zh-CN" dirty="0" err="1"/>
              <a:t>plot.bar</a:t>
            </a:r>
            <a:r>
              <a:rPr lang="en-GB" altLang="zh-CN" dirty="0"/>
              <a:t>(**</a:t>
            </a:r>
            <a:r>
              <a:rPr lang="en-GB" altLang="zh-CN" dirty="0" err="1"/>
              <a:t>text_kwargs</a:t>
            </a:r>
            <a:r>
              <a:rPr lang="en-GB" altLang="zh-CN" dirty="0"/>
              <a:t>)</a:t>
            </a:r>
            <a:endParaRPr lang="en-GB" altLang="zh-CN" dirty="0"/>
          </a:p>
          <a:p>
            <a:r>
              <a:rPr lang="zh-CN" altLang="en-US" dirty="0"/>
              <a:t>在</a:t>
            </a:r>
            <a:r>
              <a:rPr lang="en-US" altLang="zh-CN" dirty="0"/>
              <a:t>《</a:t>
            </a:r>
            <a:r>
              <a:rPr lang="zh-CN" altLang="en-US" dirty="0"/>
              <a:t>葡萄酒杂志</a:t>
            </a:r>
            <a:r>
              <a:rPr lang="en-US" altLang="zh-CN" dirty="0"/>
              <a:t>》</a:t>
            </a:r>
            <a:r>
              <a:rPr lang="zh-CN" altLang="en-US" dirty="0"/>
              <a:t>（</a:t>
            </a:r>
            <a:r>
              <a:rPr lang="en-GB" altLang="zh-CN" dirty="0"/>
              <a:t>Wine Magazine</a:t>
            </a:r>
            <a:r>
              <a:rPr lang="zh-CN" altLang="en-GB" dirty="0"/>
              <a:t>）</a:t>
            </a:r>
            <a:r>
              <a:rPr lang="zh-CN" altLang="en-US" dirty="0"/>
              <a:t>评述的葡萄酒中，加利福尼亚生产了近三分之一！</a:t>
            </a:r>
            <a:endParaRPr lang="zh-CN" altLang="en-US" dirty="0"/>
          </a:p>
        </p:txBody>
      </p:sp>
      <p:pic>
        <p:nvPicPr>
          <p:cNvPr id="2" name="图片 1"/>
          <p:cNvPicPr>
            <a:picLocks noChangeAspect="1"/>
          </p:cNvPicPr>
          <p:nvPr/>
        </p:nvPicPr>
        <p:blipFill>
          <a:blip r:embed="rId1"/>
          <a:stretch>
            <a:fillRect/>
          </a:stretch>
        </p:blipFill>
        <p:spPr>
          <a:xfrm>
            <a:off x="1339850" y="3369310"/>
            <a:ext cx="6807200" cy="321119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en-US" altLang="zh-CN" dirty="0"/>
              <a:t>2</a:t>
            </a:r>
            <a:r>
              <a:rPr lang="zh-CN" altLang="en-US" dirty="0"/>
              <a:t> </a:t>
            </a:r>
            <a:r>
              <a:rPr lang="en-GB" altLang="zh-CN" dirty="0"/>
              <a:t>Pandas </a:t>
            </a:r>
            <a:r>
              <a:rPr lang="zh-CN" altLang="en-US" dirty="0"/>
              <a:t>单变量可视化</a:t>
            </a:r>
            <a:endParaRPr lang="en-US" altLang="zh-CN" dirty="0"/>
          </a:p>
        </p:txBody>
      </p:sp>
      <p:sp>
        <p:nvSpPr>
          <p:cNvPr id="4" name="文本占位符 3"/>
          <p:cNvSpPr>
            <a:spLocks noGrp="1"/>
          </p:cNvSpPr>
          <p:nvPr>
            <p:ph type="body" sz="quarter" idx="10"/>
          </p:nvPr>
        </p:nvSpPr>
        <p:spPr/>
        <p:txBody>
          <a:bodyPr/>
          <a:lstStyle/>
          <a:p>
            <a:r>
              <a:rPr lang="en-US" altLang="zh-CN" dirty="0"/>
              <a:t>2.2</a:t>
            </a:r>
            <a:r>
              <a:rPr lang="zh-CN" altLang="en-US" dirty="0"/>
              <a:t> 柱状图和分类数据</a:t>
            </a:r>
            <a:endParaRPr lang="zh-CN" altLang="en-US" dirty="0"/>
          </a:p>
        </p:txBody>
      </p:sp>
      <p:sp>
        <p:nvSpPr>
          <p:cNvPr id="5" name="文本占位符 4"/>
          <p:cNvSpPr>
            <a:spLocks noGrp="1"/>
          </p:cNvSpPr>
          <p:nvPr>
            <p:ph type="body" sz="quarter" idx="11"/>
          </p:nvPr>
        </p:nvSpPr>
        <p:spPr>
          <a:xfrm>
            <a:off x="710565" y="1656080"/>
            <a:ext cx="10699115" cy="4996180"/>
          </a:xfrm>
        </p:spPr>
        <p:txBody>
          <a:bodyPr/>
          <a:lstStyle/>
          <a:p>
            <a:pPr marL="285750" indent="-285750">
              <a:buFont typeface="Wingdings" panose="05000000000000000000" pitchFamily="2" charset="2"/>
              <a:buChar char="u"/>
            </a:pPr>
            <a:r>
              <a:rPr lang="zh-CN" altLang="en-US" dirty="0"/>
              <a:t>条形图</a:t>
            </a:r>
            <a:r>
              <a:rPr lang="en-US" altLang="zh-CN" dirty="0"/>
              <a:t>(</a:t>
            </a:r>
            <a:r>
              <a:rPr lang="zh-CN" altLang="en-US" dirty="0"/>
              <a:t>柱状图</a:t>
            </a:r>
            <a:r>
              <a:rPr lang="en-US" altLang="zh-CN" dirty="0"/>
              <a:t>)</a:t>
            </a:r>
            <a:r>
              <a:rPr lang="zh-CN" altLang="en-US" dirty="0"/>
              <a:t>非常灵活：</a:t>
            </a:r>
            <a:endParaRPr lang="zh-CN" altLang="en-US" dirty="0"/>
          </a:p>
          <a:p>
            <a:pPr marL="285750" indent="-285750">
              <a:buFont typeface="Wingdings" panose="05000000000000000000" pitchFamily="2" charset="2"/>
              <a:buChar char="Ø"/>
            </a:pPr>
            <a:r>
              <a:rPr lang="zh-CN" altLang="en-US" dirty="0"/>
              <a:t>高度可以代表任何东西，只要它是数字即可</a:t>
            </a:r>
            <a:endParaRPr lang="zh-CN" altLang="en-US" dirty="0"/>
          </a:p>
          <a:p>
            <a:pPr marL="285750" indent="-285750">
              <a:buFont typeface="Wingdings" panose="05000000000000000000" pitchFamily="2" charset="2"/>
              <a:buChar char="Ø"/>
            </a:pPr>
            <a:r>
              <a:rPr lang="zh-CN" altLang="en-US" dirty="0"/>
              <a:t>每个条形可以代表任何东西，只要它是一个类别即可。</a:t>
            </a:r>
            <a:endParaRPr lang="zh-CN" altLang="en-US" dirty="0"/>
          </a:p>
          <a:p>
            <a:pPr marL="285750" indent="-285750">
              <a:buFont typeface="Wingdings" panose="05000000000000000000" pitchFamily="2" charset="2"/>
              <a:buChar char="u"/>
            </a:pPr>
            <a:r>
              <a:rPr lang="zh-CN" altLang="en-US" dirty="0"/>
              <a:t>也可以用来展示</a:t>
            </a:r>
            <a:r>
              <a:rPr lang="en-US" altLang="zh-CN" dirty="0"/>
              <a:t>《</a:t>
            </a:r>
            <a:r>
              <a:rPr lang="zh-CN" altLang="en-US" dirty="0"/>
              <a:t>葡萄酒杂志</a:t>
            </a:r>
            <a:r>
              <a:rPr lang="en-US" altLang="zh-CN" dirty="0"/>
              <a:t>》</a:t>
            </a:r>
            <a:r>
              <a:rPr lang="zh-CN" altLang="en-US" dirty="0"/>
              <a:t>（</a:t>
            </a:r>
            <a:r>
              <a:rPr lang="en-US" altLang="zh-CN" dirty="0"/>
              <a:t>Wine Magazine</a:t>
            </a:r>
            <a:r>
              <a:rPr lang="zh-CN" altLang="en-US" dirty="0"/>
              <a:t>）给出的评分数量的分布情况：</a:t>
            </a:r>
            <a:endParaRPr lang="en-US" altLang="zh-CN" dirty="0"/>
          </a:p>
          <a:p>
            <a:r>
              <a:rPr lang="en-GB" altLang="zh-CN" dirty="0"/>
              <a:t>reviews['points'].</a:t>
            </a:r>
            <a:r>
              <a:rPr lang="en-GB" altLang="zh-CN" dirty="0" err="1"/>
              <a:t>value_counts</a:t>
            </a:r>
            <a:r>
              <a:rPr lang="en-GB" altLang="zh-CN" dirty="0"/>
              <a:t>().</a:t>
            </a:r>
            <a:r>
              <a:rPr lang="en-GB" altLang="zh-CN" dirty="0" err="1"/>
              <a:t>sort_index</a:t>
            </a:r>
            <a:r>
              <a:rPr lang="en-GB" altLang="zh-CN" dirty="0"/>
              <a:t>().</a:t>
            </a:r>
            <a:r>
              <a:rPr lang="en-GB" altLang="zh-CN" dirty="0" err="1"/>
              <a:t>plot.bar</a:t>
            </a:r>
            <a:r>
              <a:rPr lang="en-GB" altLang="zh-CN" dirty="0"/>
              <a:t>(**</a:t>
            </a:r>
            <a:r>
              <a:rPr lang="en-GB" altLang="zh-CN" dirty="0" err="1"/>
              <a:t>text_kwargs</a:t>
            </a:r>
            <a:r>
              <a:rPr lang="en-GB" altLang="zh-CN" dirty="0"/>
              <a:t>)</a:t>
            </a:r>
            <a:endParaRPr lang="zh-CN" altLang="en-US" dirty="0"/>
          </a:p>
          <a:p>
            <a:pPr marL="285750" indent="-285750">
              <a:buFont typeface="Wingdings" panose="05000000000000000000" pitchFamily="2" charset="2"/>
              <a:buChar char="u"/>
            </a:pPr>
            <a:endParaRPr lang="zh-CN" altLang="en-US" dirty="0"/>
          </a:p>
        </p:txBody>
      </p:sp>
      <p:pic>
        <p:nvPicPr>
          <p:cNvPr id="2" name="图片 1"/>
          <p:cNvPicPr>
            <a:picLocks noChangeAspect="1"/>
          </p:cNvPicPr>
          <p:nvPr/>
        </p:nvPicPr>
        <p:blipFill>
          <a:blip r:embed="rId1"/>
          <a:stretch>
            <a:fillRect/>
          </a:stretch>
        </p:blipFill>
        <p:spPr>
          <a:xfrm>
            <a:off x="1299210" y="3823335"/>
            <a:ext cx="6635750" cy="279527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en-US" altLang="zh-CN" dirty="0"/>
              <a:t>2</a:t>
            </a:r>
            <a:r>
              <a:rPr lang="zh-CN" altLang="en-US" dirty="0"/>
              <a:t> </a:t>
            </a:r>
            <a:r>
              <a:rPr lang="en-GB" altLang="zh-CN" dirty="0"/>
              <a:t>Pandas </a:t>
            </a:r>
            <a:r>
              <a:rPr lang="zh-CN" altLang="en-US" dirty="0"/>
              <a:t>单变量可视化</a:t>
            </a:r>
            <a:endParaRPr lang="en-US" altLang="zh-CN" dirty="0"/>
          </a:p>
        </p:txBody>
      </p:sp>
      <p:sp>
        <p:nvSpPr>
          <p:cNvPr id="4" name="文本占位符 3"/>
          <p:cNvSpPr>
            <a:spLocks noGrp="1"/>
          </p:cNvSpPr>
          <p:nvPr>
            <p:ph type="body" sz="quarter" idx="10"/>
          </p:nvPr>
        </p:nvSpPr>
        <p:spPr/>
        <p:txBody>
          <a:bodyPr/>
          <a:lstStyle/>
          <a:p>
            <a:r>
              <a:rPr lang="en-US" altLang="zh-CN" dirty="0"/>
              <a:t>2.3</a:t>
            </a:r>
            <a:r>
              <a:rPr lang="zh-CN" altLang="en-US" dirty="0"/>
              <a:t> 折线图</a:t>
            </a:r>
            <a:endParaRPr lang="zh-CN" altLang="en-US" dirty="0"/>
          </a:p>
        </p:txBody>
      </p:sp>
      <p:sp>
        <p:nvSpPr>
          <p:cNvPr id="5" name="文本占位符 4"/>
          <p:cNvSpPr>
            <a:spLocks noGrp="1"/>
          </p:cNvSpPr>
          <p:nvPr>
            <p:ph type="body" sz="quarter" idx="11"/>
          </p:nvPr>
        </p:nvSpPr>
        <p:spPr>
          <a:xfrm>
            <a:off x="710565" y="1656080"/>
            <a:ext cx="10699115" cy="4974590"/>
          </a:xfrm>
        </p:spPr>
        <p:txBody>
          <a:bodyPr/>
          <a:lstStyle/>
          <a:p>
            <a:pPr marL="285750" indent="-285750">
              <a:buFont typeface="Wingdings" panose="05000000000000000000" pitchFamily="2" charset="2"/>
              <a:buChar char="u"/>
            </a:pPr>
            <a:r>
              <a:rPr lang="zh-CN" altLang="en-US" dirty="0"/>
              <a:t>如果要绘制的数据不是类别值，而是连续值比较适合使用折线图</a:t>
            </a:r>
            <a:endParaRPr lang="en-US" altLang="zh-CN" dirty="0"/>
          </a:p>
          <a:p>
            <a:r>
              <a:rPr lang="en-GB" altLang="zh-CN" dirty="0"/>
              <a:t>reviews['points'].</a:t>
            </a:r>
            <a:r>
              <a:rPr lang="en-GB" altLang="zh-CN" dirty="0" err="1"/>
              <a:t>value_counts</a:t>
            </a:r>
            <a:r>
              <a:rPr lang="en-GB" altLang="zh-CN" dirty="0"/>
              <a:t>().</a:t>
            </a:r>
            <a:r>
              <a:rPr lang="en-GB" altLang="zh-CN" dirty="0" err="1"/>
              <a:t>sort_index</a:t>
            </a:r>
            <a:r>
              <a:rPr lang="en-GB" altLang="zh-CN" dirty="0"/>
              <a:t>().</a:t>
            </a:r>
            <a:r>
              <a:rPr lang="en-GB" altLang="zh-CN" dirty="0" err="1"/>
              <a:t>plot.line</a:t>
            </a:r>
            <a:r>
              <a:rPr lang="en-GB" altLang="zh-CN" dirty="0"/>
              <a:t>()</a:t>
            </a:r>
            <a:endParaRPr lang="en-GB" altLang="zh-CN" dirty="0"/>
          </a:p>
          <a:p>
            <a:pPr marL="285750" indent="-285750">
              <a:buFont typeface="Wingdings" panose="05000000000000000000" pitchFamily="2" charset="2"/>
              <a:buChar char="u"/>
            </a:pPr>
            <a:r>
              <a:rPr lang="zh-CN" altLang="en-US" dirty="0"/>
              <a:t>柱状图和折线图区别</a:t>
            </a:r>
            <a:endParaRPr lang="zh-CN" altLang="en-US" dirty="0"/>
          </a:p>
          <a:p>
            <a:pPr marL="285750" indent="-285750">
              <a:buFont typeface="Wingdings" panose="05000000000000000000" pitchFamily="2" charset="2"/>
              <a:buChar char="Ø"/>
            </a:pPr>
            <a:r>
              <a:rPr lang="zh-CN" altLang="en-US" b="0" dirty="0"/>
              <a:t>柱状图：简单直观，很容易根据柱子的长短看出值的大小，易于比较各组数据之间的差别</a:t>
            </a:r>
            <a:endParaRPr lang="zh-CN" altLang="en-US" b="0" dirty="0"/>
          </a:p>
          <a:p>
            <a:pPr marL="285750" indent="-285750">
              <a:buFont typeface="Wingdings" panose="05000000000000000000" pitchFamily="2" charset="2"/>
              <a:buChar char="Ø"/>
            </a:pPr>
            <a:r>
              <a:rPr lang="zh-CN" altLang="en-US" b="0" dirty="0"/>
              <a:t>折线图：</a:t>
            </a:r>
            <a:endParaRPr lang="zh-CN" altLang="en-US" b="0" dirty="0"/>
          </a:p>
          <a:p>
            <a:pPr marL="342900" indent="-342900">
              <a:buFont typeface="+mj-ea"/>
              <a:buAutoNum type="circleNumDbPlain"/>
            </a:pPr>
            <a:r>
              <a:rPr lang="zh-CN" altLang="en-US" b="0" dirty="0"/>
              <a:t>易于比较各组数据之间的差别</a:t>
            </a:r>
            <a:endParaRPr lang="zh-CN" altLang="en-US" b="0" dirty="0"/>
          </a:p>
          <a:p>
            <a:pPr marL="342900" indent="-342900">
              <a:buFont typeface="+mj-ea"/>
              <a:buAutoNum type="circleNumDbPlain"/>
            </a:pPr>
            <a:r>
              <a:rPr lang="zh-CN" altLang="en-US" b="0" dirty="0"/>
              <a:t>能比较多组数据在同一个维度上的趋势</a:t>
            </a:r>
            <a:endParaRPr lang="zh-CN" altLang="en-US" b="0" dirty="0"/>
          </a:p>
          <a:p>
            <a:pPr marL="342900" indent="-342900">
              <a:buFont typeface="+mj-ea"/>
              <a:buAutoNum type="circleNumDbPlain"/>
            </a:pPr>
            <a:r>
              <a:rPr lang="zh-CN" altLang="en-US" b="0" dirty="0"/>
              <a:t>每张图上不适合展示太多折线</a:t>
            </a:r>
            <a:endParaRPr lang="zh-CN" altLang="en-US" b="0" dirty="0"/>
          </a:p>
          <a:p>
            <a:endParaRPr lang="zh-CN" altLang="en-US" dirty="0"/>
          </a:p>
        </p:txBody>
      </p:sp>
      <p:pic>
        <p:nvPicPr>
          <p:cNvPr id="2" name="图片 1"/>
          <p:cNvPicPr>
            <a:picLocks noChangeAspect="1"/>
          </p:cNvPicPr>
          <p:nvPr/>
        </p:nvPicPr>
        <p:blipFill>
          <a:blip r:embed="rId1"/>
          <a:stretch>
            <a:fillRect/>
          </a:stretch>
        </p:blipFill>
        <p:spPr>
          <a:xfrm>
            <a:off x="5499735" y="3391535"/>
            <a:ext cx="5003800" cy="31051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en-US" altLang="zh-CN" dirty="0"/>
              <a:t>2</a:t>
            </a:r>
            <a:r>
              <a:rPr lang="zh-CN" altLang="en-US" dirty="0"/>
              <a:t> </a:t>
            </a:r>
            <a:r>
              <a:rPr lang="en-GB" altLang="zh-CN" dirty="0"/>
              <a:t>Pandas </a:t>
            </a:r>
            <a:r>
              <a:rPr lang="zh-CN" altLang="en-US" dirty="0"/>
              <a:t>单变量可视化</a:t>
            </a:r>
            <a:endParaRPr lang="en-US" altLang="zh-CN" dirty="0"/>
          </a:p>
        </p:txBody>
      </p:sp>
      <p:sp>
        <p:nvSpPr>
          <p:cNvPr id="4" name="文本占位符 3"/>
          <p:cNvSpPr>
            <a:spLocks noGrp="1"/>
          </p:cNvSpPr>
          <p:nvPr>
            <p:ph type="body" sz="quarter" idx="10"/>
          </p:nvPr>
        </p:nvSpPr>
        <p:spPr/>
        <p:txBody>
          <a:bodyPr/>
          <a:lstStyle/>
          <a:p>
            <a:r>
              <a:rPr lang="en-US" altLang="zh-CN" dirty="0"/>
              <a:t>2.4</a:t>
            </a:r>
            <a:r>
              <a:rPr lang="zh-CN" altLang="en-US" dirty="0"/>
              <a:t> 面积图</a:t>
            </a:r>
            <a:endParaRPr lang="zh-CN" altLang="en-US" dirty="0"/>
          </a:p>
        </p:txBody>
      </p:sp>
      <p:sp>
        <p:nvSpPr>
          <p:cNvPr id="5" name="文本占位符 4"/>
          <p:cNvSpPr>
            <a:spLocks noGrp="1"/>
          </p:cNvSpPr>
          <p:nvPr>
            <p:ph type="body" sz="quarter" idx="11"/>
          </p:nvPr>
        </p:nvSpPr>
        <p:spPr>
          <a:xfrm>
            <a:off x="710565" y="1656080"/>
            <a:ext cx="10699115" cy="4783455"/>
          </a:xfrm>
        </p:spPr>
        <p:txBody>
          <a:bodyPr/>
          <a:lstStyle/>
          <a:p>
            <a:pPr marL="285750" indent="-285750">
              <a:buFont typeface="Wingdings" panose="05000000000000000000" pitchFamily="2" charset="2"/>
              <a:buChar char="u"/>
            </a:pPr>
            <a:r>
              <a:rPr lang="zh-CN" altLang="en-US" dirty="0"/>
              <a:t>面积图就是在折线图的基础上，把折线下面的面积填充颜色</a:t>
            </a:r>
            <a:endParaRPr lang="en-US" altLang="zh-CN" dirty="0"/>
          </a:p>
          <a:p>
            <a:r>
              <a:rPr lang="en-GB" altLang="zh-CN" dirty="0"/>
              <a:t>reviews['points'].</a:t>
            </a:r>
            <a:r>
              <a:rPr lang="en-GB" altLang="zh-CN" dirty="0" err="1"/>
              <a:t>value_counts</a:t>
            </a:r>
            <a:r>
              <a:rPr lang="en-GB" altLang="zh-CN" dirty="0"/>
              <a:t>().</a:t>
            </a:r>
            <a:r>
              <a:rPr lang="en-GB" altLang="zh-CN" dirty="0" err="1"/>
              <a:t>sort_index</a:t>
            </a:r>
            <a:r>
              <a:rPr lang="en-GB" altLang="zh-CN" dirty="0"/>
              <a:t>().</a:t>
            </a:r>
            <a:r>
              <a:rPr lang="en-GB" altLang="zh-CN" dirty="0" err="1"/>
              <a:t>plot.area</a:t>
            </a:r>
            <a:r>
              <a:rPr lang="en-GB" altLang="zh-CN" dirty="0"/>
              <a:t>()</a:t>
            </a:r>
            <a:endParaRPr lang="en-GB" altLang="zh-CN" dirty="0"/>
          </a:p>
          <a:p>
            <a:pPr marL="285750" indent="-285750">
              <a:buFont typeface="Wingdings" panose="05000000000000000000" pitchFamily="2" charset="2"/>
              <a:buChar char="u"/>
            </a:pPr>
            <a:r>
              <a:rPr lang="zh-CN" altLang="en-US" dirty="0"/>
              <a:t>当只有一个变量需要制图时，面积图和折线图之间差异不大，在这种情况下，折线图和面积图可以互相替换</a:t>
            </a:r>
            <a:endParaRPr lang="zh-CN" altLang="en-US" dirty="0"/>
          </a:p>
          <a:p>
            <a:endParaRPr lang="zh-CN" altLang="en-US" dirty="0"/>
          </a:p>
          <a:p>
            <a:endParaRPr lang="zh-CN" altLang="en-US" dirty="0"/>
          </a:p>
        </p:txBody>
      </p:sp>
      <p:pic>
        <p:nvPicPr>
          <p:cNvPr id="2" name="图片 1"/>
          <p:cNvPicPr>
            <a:picLocks noChangeAspect="1"/>
          </p:cNvPicPr>
          <p:nvPr/>
        </p:nvPicPr>
        <p:blipFill>
          <a:blip r:embed="rId1"/>
          <a:stretch>
            <a:fillRect/>
          </a:stretch>
        </p:blipFill>
        <p:spPr>
          <a:xfrm>
            <a:off x="1376680" y="3089910"/>
            <a:ext cx="4876800" cy="304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en-US" altLang="zh-CN" dirty="0"/>
              <a:t>2</a:t>
            </a:r>
            <a:r>
              <a:rPr lang="zh-CN" altLang="en-US" dirty="0"/>
              <a:t> </a:t>
            </a:r>
            <a:r>
              <a:rPr lang="en-GB" altLang="zh-CN" dirty="0"/>
              <a:t>Pandas </a:t>
            </a:r>
            <a:r>
              <a:rPr lang="zh-CN" altLang="en-US" dirty="0"/>
              <a:t>单变量可视化</a:t>
            </a:r>
            <a:endParaRPr lang="en-US" altLang="zh-CN" dirty="0"/>
          </a:p>
        </p:txBody>
      </p:sp>
      <p:sp>
        <p:nvSpPr>
          <p:cNvPr id="4" name="文本占位符 3"/>
          <p:cNvSpPr>
            <a:spLocks noGrp="1"/>
          </p:cNvSpPr>
          <p:nvPr>
            <p:ph type="body" sz="quarter" idx="10"/>
          </p:nvPr>
        </p:nvSpPr>
        <p:spPr/>
        <p:txBody>
          <a:bodyPr/>
          <a:lstStyle/>
          <a:p>
            <a:r>
              <a:rPr lang="en-US" altLang="zh-CN" dirty="0"/>
              <a:t>2.5</a:t>
            </a:r>
            <a:r>
              <a:rPr lang="zh-CN" altLang="en-US" dirty="0"/>
              <a:t> 直方图</a:t>
            </a:r>
            <a:endParaRPr lang="zh-CN" altLang="en-US" dirty="0"/>
          </a:p>
        </p:txBody>
      </p:sp>
      <p:sp>
        <p:nvSpPr>
          <p:cNvPr id="5" name="文本占位符 4"/>
          <p:cNvSpPr>
            <a:spLocks noGrp="1"/>
          </p:cNvSpPr>
          <p:nvPr>
            <p:ph type="body" sz="quarter" idx="11"/>
          </p:nvPr>
        </p:nvSpPr>
        <p:spPr>
          <a:xfrm>
            <a:off x="710565" y="1656080"/>
            <a:ext cx="10699115" cy="4820285"/>
          </a:xfrm>
        </p:spPr>
        <p:txBody>
          <a:bodyPr/>
          <a:lstStyle/>
          <a:p>
            <a:r>
              <a:rPr lang="en-GB" altLang="zh-CN" dirty="0"/>
              <a:t>reviews[reviews['price'] &lt; 200]['price'].</a:t>
            </a:r>
            <a:r>
              <a:rPr lang="en-GB" altLang="zh-CN" dirty="0" err="1"/>
              <a:t>plot.hist</a:t>
            </a:r>
            <a:r>
              <a:rPr lang="en-GB" altLang="zh-CN" dirty="0"/>
              <a:t>()</a:t>
            </a:r>
            <a:endParaRPr lang="en-GB" altLang="zh-CN" dirty="0"/>
          </a:p>
          <a:p>
            <a:pPr marL="285750" indent="-285750">
              <a:buFont typeface="Wingdings" panose="05000000000000000000" pitchFamily="2" charset="2"/>
              <a:buChar char="Ø"/>
            </a:pPr>
            <a:r>
              <a:rPr lang="zh-CN" altLang="en-US" dirty="0"/>
              <a:t>直方图看起来很像条形图，</a:t>
            </a:r>
            <a:endParaRPr lang="en-US" altLang="zh-CN" dirty="0"/>
          </a:p>
          <a:p>
            <a:pPr marL="285750" indent="-285750">
              <a:buFont typeface="Wingdings" panose="05000000000000000000" pitchFamily="2" charset="2"/>
              <a:buChar char="Ø"/>
            </a:pPr>
            <a:r>
              <a:rPr lang="zh-CN" altLang="en-US" dirty="0"/>
              <a:t>直方图是一种特殊的条形图，它可以将数据分成均匀的间隔，并用条形图显示每个间隔中有多少行，</a:t>
            </a:r>
            <a:endParaRPr lang="en-US" altLang="zh-CN" dirty="0"/>
          </a:p>
          <a:p>
            <a:pPr marL="285750" indent="-285750">
              <a:buFont typeface="Wingdings" panose="05000000000000000000" pitchFamily="2" charset="2"/>
              <a:buChar char="Ø"/>
            </a:pPr>
            <a:r>
              <a:rPr lang="zh-CN" altLang="en-US" dirty="0"/>
              <a:t>直方图柱子的宽度代表了分组的间距，柱状图柱子宽度没有意义</a:t>
            </a:r>
            <a:endParaRPr lang="en-US" altLang="zh-CN" dirty="0"/>
          </a:p>
          <a:p>
            <a:pPr marL="285750" indent="-285750">
              <a:buFont typeface="Wingdings" panose="05000000000000000000" pitchFamily="2" charset="2"/>
              <a:buChar char="Ø"/>
            </a:pPr>
            <a:r>
              <a:rPr lang="zh-CN" altLang="en-US" dirty="0"/>
              <a:t>直方图缺点：将数据分成均匀的间隔区间，所以它们对歪斜的数据的处理不是很好：</a:t>
            </a:r>
            <a:endParaRPr lang="en-US" altLang="zh-CN" dirty="0"/>
          </a:p>
          <a:p>
            <a:endParaRPr lang="en-GB" altLang="zh-CN" dirty="0"/>
          </a:p>
          <a:p>
            <a:endParaRPr lang="zh-CN" altLang="en-US" dirty="0"/>
          </a:p>
        </p:txBody>
      </p:sp>
      <p:pic>
        <p:nvPicPr>
          <p:cNvPr id="2" name="图片 1"/>
          <p:cNvPicPr>
            <a:picLocks noChangeAspect="1"/>
          </p:cNvPicPr>
          <p:nvPr/>
        </p:nvPicPr>
        <p:blipFill>
          <a:blip r:embed="rId1"/>
          <a:stretch>
            <a:fillRect/>
          </a:stretch>
        </p:blipFill>
        <p:spPr>
          <a:xfrm>
            <a:off x="1391285" y="3942715"/>
            <a:ext cx="5302250" cy="242316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en-US" altLang="zh-CN" dirty="0"/>
              <a:t>2</a:t>
            </a:r>
            <a:r>
              <a:rPr lang="zh-CN" altLang="en-US" dirty="0"/>
              <a:t> </a:t>
            </a:r>
            <a:r>
              <a:rPr lang="en-GB" altLang="zh-CN" dirty="0"/>
              <a:t>Pandas </a:t>
            </a:r>
            <a:r>
              <a:rPr lang="zh-CN" altLang="en-US" dirty="0"/>
              <a:t>单变量可视化</a:t>
            </a:r>
            <a:endParaRPr lang="en-US" altLang="zh-CN" dirty="0"/>
          </a:p>
        </p:txBody>
      </p:sp>
      <p:sp>
        <p:nvSpPr>
          <p:cNvPr id="4" name="文本占位符 3"/>
          <p:cNvSpPr>
            <a:spLocks noGrp="1"/>
          </p:cNvSpPr>
          <p:nvPr>
            <p:ph type="body" sz="quarter" idx="10"/>
          </p:nvPr>
        </p:nvSpPr>
        <p:spPr/>
        <p:txBody>
          <a:bodyPr/>
          <a:lstStyle/>
          <a:p>
            <a:r>
              <a:rPr lang="en-US" altLang="zh-CN" dirty="0"/>
              <a:t>2.5</a:t>
            </a:r>
            <a:r>
              <a:rPr lang="zh-CN" altLang="en-US" dirty="0"/>
              <a:t> 直方图</a:t>
            </a:r>
            <a:endParaRPr lang="zh-CN" altLang="en-US" dirty="0"/>
          </a:p>
        </p:txBody>
      </p:sp>
      <p:sp>
        <p:nvSpPr>
          <p:cNvPr id="5" name="文本占位符 4"/>
          <p:cNvSpPr>
            <a:spLocks noGrp="1"/>
          </p:cNvSpPr>
          <p:nvPr>
            <p:ph type="body" sz="quarter" idx="11"/>
          </p:nvPr>
        </p:nvSpPr>
        <p:spPr>
          <a:xfrm>
            <a:off x="710565" y="1656080"/>
            <a:ext cx="10699115" cy="4635500"/>
          </a:xfrm>
        </p:spPr>
        <p:txBody>
          <a:bodyPr/>
          <a:lstStyle/>
          <a:p>
            <a:r>
              <a:rPr lang="en-GB" altLang="zh-CN" dirty="0"/>
              <a:t>reviews['price'].</a:t>
            </a:r>
            <a:r>
              <a:rPr lang="en-GB" altLang="zh-CN" dirty="0" err="1"/>
              <a:t>plot.hist</a:t>
            </a:r>
            <a:r>
              <a:rPr lang="en-GB" altLang="zh-CN" dirty="0"/>
              <a:t>()</a:t>
            </a:r>
            <a:endParaRPr lang="en-GB" altLang="zh-CN" dirty="0"/>
          </a:p>
          <a:p>
            <a:pPr marL="285750" indent="-285750">
              <a:buFont typeface="Wingdings" panose="05000000000000000000" pitchFamily="2" charset="2"/>
              <a:buChar char="Ø"/>
            </a:pPr>
            <a:r>
              <a:rPr lang="zh-CN" altLang="en-US" dirty="0"/>
              <a:t>在第一个直方图中，将价格</a:t>
            </a:r>
            <a:r>
              <a:rPr lang="en-US" altLang="zh-CN" dirty="0"/>
              <a:t>&gt;200</a:t>
            </a:r>
            <a:r>
              <a:rPr lang="zh-CN" altLang="en-US" dirty="0"/>
              <a:t>的葡萄酒排除了</a:t>
            </a:r>
            <a:endParaRPr lang="zh-CN" altLang="en-US" dirty="0"/>
          </a:p>
          <a:p>
            <a:pPr marL="285750" indent="-285750">
              <a:buFont typeface="Wingdings" panose="05000000000000000000" pitchFamily="2" charset="2"/>
              <a:buChar char="Ø"/>
            </a:pPr>
            <a:r>
              <a:rPr lang="zh-CN" altLang="en-US" dirty="0"/>
              <a:t>在第二个直方图中，没有对价格做任何处理，由于有个别品种的酒价格极高，导致直方图的价格分布发生变化</a:t>
            </a:r>
            <a:endParaRPr lang="zh-CN" altLang="en-US" dirty="0"/>
          </a:p>
          <a:p>
            <a:pPr>
              <a:buFont typeface="Wingdings" panose="05000000000000000000" pitchFamily="2" charset="2"/>
            </a:pPr>
            <a:endParaRPr lang="zh-CN" altLang="en-US" dirty="0"/>
          </a:p>
        </p:txBody>
      </p:sp>
      <p:pic>
        <p:nvPicPr>
          <p:cNvPr id="2" name="图片 1"/>
          <p:cNvPicPr>
            <a:picLocks noChangeAspect="1"/>
          </p:cNvPicPr>
          <p:nvPr/>
        </p:nvPicPr>
        <p:blipFill>
          <a:blip r:embed="rId1"/>
          <a:stretch>
            <a:fillRect/>
          </a:stretch>
        </p:blipFill>
        <p:spPr>
          <a:xfrm>
            <a:off x="1116330" y="3037840"/>
            <a:ext cx="5441950" cy="31813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en-US" altLang="zh-CN" dirty="0"/>
              <a:t>2</a:t>
            </a:r>
            <a:r>
              <a:rPr lang="zh-CN" altLang="en-US" dirty="0"/>
              <a:t> </a:t>
            </a:r>
            <a:r>
              <a:rPr lang="en-GB" altLang="zh-CN" dirty="0"/>
              <a:t>Pandas </a:t>
            </a:r>
            <a:r>
              <a:rPr lang="zh-CN" altLang="en-US" dirty="0"/>
              <a:t>单变量可视化</a:t>
            </a:r>
            <a:endParaRPr lang="en-US" altLang="zh-CN" dirty="0"/>
          </a:p>
        </p:txBody>
      </p:sp>
      <p:sp>
        <p:nvSpPr>
          <p:cNvPr id="4" name="文本占位符 3"/>
          <p:cNvSpPr>
            <a:spLocks noGrp="1"/>
          </p:cNvSpPr>
          <p:nvPr>
            <p:ph type="body" sz="quarter" idx="10"/>
          </p:nvPr>
        </p:nvSpPr>
        <p:spPr/>
        <p:txBody>
          <a:bodyPr/>
          <a:lstStyle/>
          <a:p>
            <a:r>
              <a:rPr lang="en-US" altLang="zh-CN" dirty="0"/>
              <a:t>2.5</a:t>
            </a:r>
            <a:r>
              <a:rPr lang="zh-CN" altLang="en-US" dirty="0"/>
              <a:t> 直方图</a:t>
            </a:r>
            <a:endParaRPr lang="zh-CN" altLang="en-US" dirty="0"/>
          </a:p>
        </p:txBody>
      </p:sp>
      <p:sp>
        <p:nvSpPr>
          <p:cNvPr id="5" name="文本占位符 4"/>
          <p:cNvSpPr>
            <a:spLocks noGrp="1"/>
          </p:cNvSpPr>
          <p:nvPr>
            <p:ph type="body" sz="quarter" idx="11"/>
          </p:nvPr>
        </p:nvSpPr>
        <p:spPr>
          <a:xfrm>
            <a:off x="710565" y="1656080"/>
            <a:ext cx="10699115" cy="4606290"/>
          </a:xfrm>
        </p:spPr>
        <p:txBody>
          <a:bodyPr/>
          <a:lstStyle/>
          <a:p>
            <a:pPr marL="285750" indent="-285750">
              <a:buFont typeface="Wingdings" panose="05000000000000000000" pitchFamily="2" charset="2"/>
              <a:buChar char="u"/>
            </a:pPr>
            <a:r>
              <a:rPr lang="zh-CN" altLang="en-US" dirty="0"/>
              <a:t>数据倾斜：</a:t>
            </a:r>
            <a:endParaRPr lang="zh-CN" altLang="en-US" dirty="0"/>
          </a:p>
          <a:p>
            <a:pPr marL="285750" indent="-285750">
              <a:buFont typeface="Wingdings" panose="05000000000000000000" pitchFamily="2" charset="2"/>
              <a:buChar char="Ø"/>
            </a:pPr>
            <a:r>
              <a:rPr lang="zh-CN" altLang="en-US" b="0" dirty="0"/>
              <a:t>当数据在某个维度上分布不均匀，称为数据倾斜</a:t>
            </a:r>
            <a:endParaRPr lang="zh-CN" altLang="en-US" b="0" dirty="0"/>
          </a:p>
          <a:p>
            <a:pPr marL="285750" indent="-285750">
              <a:buFont typeface="Wingdings" panose="05000000000000000000" pitchFamily="2" charset="2"/>
              <a:buChar char="Ø"/>
            </a:pPr>
            <a:r>
              <a:rPr lang="zh-CN" altLang="en-US" b="0" dirty="0"/>
              <a:t>一共</a:t>
            </a:r>
            <a:r>
              <a:rPr lang="en-US" altLang="zh-CN" b="0" dirty="0"/>
              <a:t>15</a:t>
            </a:r>
            <a:r>
              <a:rPr lang="zh-CN" altLang="en-US" b="0" dirty="0"/>
              <a:t>万条数据，价格高于</a:t>
            </a:r>
            <a:r>
              <a:rPr lang="en-US" altLang="zh-CN" b="0" dirty="0"/>
              <a:t>1500</a:t>
            </a:r>
            <a:r>
              <a:rPr lang="zh-CN" altLang="en-US" b="0" dirty="0"/>
              <a:t>的只有三条</a:t>
            </a:r>
            <a:endParaRPr lang="zh-CN" altLang="en-US" b="0" dirty="0"/>
          </a:p>
          <a:p>
            <a:pPr marL="285750" indent="-285750">
              <a:buFont typeface="Wingdings" panose="05000000000000000000" pitchFamily="2" charset="2"/>
              <a:buChar char="Ø"/>
            </a:pPr>
            <a:r>
              <a:rPr lang="zh-CN" altLang="en-US" b="0" dirty="0"/>
              <a:t>价格高于</a:t>
            </a:r>
            <a:r>
              <a:rPr lang="en-US" altLang="zh-CN" b="0" dirty="0"/>
              <a:t>500</a:t>
            </a:r>
            <a:r>
              <a:rPr lang="zh-CN" altLang="en-US" b="0" dirty="0"/>
              <a:t>的只有</a:t>
            </a:r>
            <a:r>
              <a:rPr lang="en-US" altLang="zh-CN" b="0" dirty="0"/>
              <a:t>73</a:t>
            </a:r>
            <a:r>
              <a:rPr lang="zh-CN" altLang="en-US" b="0" dirty="0"/>
              <a:t>条数据，说明在价格这个维度上，数据的分布是不均匀的</a:t>
            </a:r>
            <a:endParaRPr lang="zh-CN" altLang="en-US" b="0" dirty="0"/>
          </a:p>
          <a:p>
            <a:pPr marL="285750" indent="-285750">
              <a:buFont typeface="Wingdings" panose="05000000000000000000" pitchFamily="2" charset="2"/>
              <a:buChar char="Ø"/>
            </a:pPr>
            <a:r>
              <a:rPr lang="zh-CN" altLang="en-US" b="0" dirty="0"/>
              <a:t>直方图适合用来展示没有数据倾斜的数据分布情况，不适合展示数据倾斜的数据</a:t>
            </a:r>
            <a:endParaRPr lang="zh-CN" altLang="en-US" b="0" dirty="0"/>
          </a:p>
          <a:p>
            <a:pPr>
              <a:buFont typeface="Wingdings" panose="05000000000000000000" pitchFamily="2" charset="2"/>
            </a:pPr>
            <a:r>
              <a:rPr lang="en-US" altLang="zh-CN" dirty="0">
                <a:sym typeface="+mn-ea"/>
              </a:rPr>
              <a:t>#</a:t>
            </a:r>
            <a:r>
              <a:rPr lang="zh-CN" altLang="en-US" dirty="0">
                <a:sym typeface="+mn-ea"/>
              </a:rPr>
              <a:t>查看价格较高的葡萄酒情况</a:t>
            </a:r>
            <a:endParaRPr lang="zh-CN" altLang="en-US" dirty="0"/>
          </a:p>
          <a:p>
            <a:pPr>
              <a:buFont typeface="Wingdings" panose="05000000000000000000" pitchFamily="2" charset="2"/>
            </a:pPr>
            <a:r>
              <a:rPr lang="en-GB" altLang="zh-CN" dirty="0">
                <a:sym typeface="+mn-ea"/>
              </a:rPr>
              <a:t>reviews[reviews['price'] &gt;500]</a:t>
            </a:r>
            <a:endParaRPr lang="en-GB" altLang="zh-CN" dirty="0"/>
          </a:p>
          <a:p>
            <a:pPr>
              <a:buFont typeface="Wingdings" panose="05000000000000000000" pitchFamily="2" charset="2"/>
            </a:pPr>
            <a:r>
              <a:rPr lang="en-US" altLang="zh-CN" dirty="0">
                <a:sym typeface="+mn-ea"/>
              </a:rPr>
              <a:t>#</a:t>
            </a:r>
            <a:r>
              <a:rPr lang="zh-CN" altLang="en-GB" dirty="0">
                <a:sym typeface="+mn-ea"/>
              </a:rPr>
              <a:t>查看</a:t>
            </a:r>
            <a:r>
              <a:rPr lang="zh-CN" altLang="en-US" dirty="0">
                <a:sym typeface="+mn-ea"/>
              </a:rPr>
              <a:t>数据</a:t>
            </a:r>
            <a:r>
              <a:rPr lang="en-US" altLang="zh-CN" dirty="0">
                <a:sym typeface="+mn-ea"/>
              </a:rPr>
              <a:t>shape</a:t>
            </a:r>
            <a:endParaRPr lang="en-US" altLang="zh-CN" dirty="0"/>
          </a:p>
          <a:p>
            <a:pPr>
              <a:buFont typeface="Wingdings" panose="05000000000000000000" pitchFamily="2" charset="2"/>
            </a:pPr>
            <a:r>
              <a:rPr lang="en-US" altLang="zh-CN" dirty="0" err="1">
                <a:sym typeface="+mn-ea"/>
              </a:rPr>
              <a:t>reviews.shape</a:t>
            </a:r>
            <a:endParaRPr lang="en-US" altLang="zh-CN" dirty="0"/>
          </a:p>
          <a:p>
            <a:pPr>
              <a:buFont typeface="Wingdings" panose="05000000000000000000" pitchFamily="2" charset="2"/>
            </a:pPr>
            <a:r>
              <a:rPr lang="en-GB" altLang="zh-CN" dirty="0">
                <a:sym typeface="+mn-ea"/>
              </a:rPr>
              <a:t>reviews[reviews['price'] &gt;500].shape</a:t>
            </a:r>
            <a:endParaRPr lang="en-GB" altLang="zh-CN" dirty="0"/>
          </a:p>
          <a:p>
            <a:pPr>
              <a:buFont typeface="Wingdings" panose="05000000000000000000" pitchFamily="2" charset="2"/>
            </a:pPr>
            <a:endParaRPr lang="zh-CN" alt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en-US" altLang="zh-CN" dirty="0"/>
              <a:t>2</a:t>
            </a:r>
            <a:r>
              <a:rPr lang="zh-CN" altLang="en-US" dirty="0"/>
              <a:t> </a:t>
            </a:r>
            <a:r>
              <a:rPr lang="en-GB" altLang="zh-CN" dirty="0"/>
              <a:t>Pandas </a:t>
            </a:r>
            <a:r>
              <a:rPr lang="zh-CN" altLang="en-US" dirty="0"/>
              <a:t>单变量可视化</a:t>
            </a:r>
            <a:endParaRPr lang="en-US" altLang="zh-CN" dirty="0"/>
          </a:p>
        </p:txBody>
      </p:sp>
      <p:sp>
        <p:nvSpPr>
          <p:cNvPr id="4" name="文本占位符 3"/>
          <p:cNvSpPr>
            <a:spLocks noGrp="1"/>
          </p:cNvSpPr>
          <p:nvPr>
            <p:ph type="body" sz="quarter" idx="10"/>
          </p:nvPr>
        </p:nvSpPr>
        <p:spPr/>
        <p:txBody>
          <a:bodyPr/>
          <a:lstStyle/>
          <a:p>
            <a:r>
              <a:rPr lang="en-US" altLang="zh-CN" dirty="0"/>
              <a:t>2.5</a:t>
            </a:r>
            <a:r>
              <a:rPr lang="zh-CN" altLang="en-US" dirty="0"/>
              <a:t> 直方图</a:t>
            </a:r>
            <a:endParaRPr lang="zh-CN" altLang="en-US" dirty="0"/>
          </a:p>
        </p:txBody>
      </p:sp>
      <p:sp>
        <p:nvSpPr>
          <p:cNvPr id="5" name="文本占位符 4"/>
          <p:cNvSpPr>
            <a:spLocks noGrp="1"/>
          </p:cNvSpPr>
          <p:nvPr>
            <p:ph type="body" sz="quarter" idx="11"/>
          </p:nvPr>
        </p:nvSpPr>
        <p:spPr/>
        <p:txBody>
          <a:bodyPr/>
          <a:lstStyle/>
          <a:p>
            <a:r>
              <a:rPr lang="en-US" altLang="zh-CN" dirty="0"/>
              <a:t>#</a:t>
            </a:r>
            <a:r>
              <a:rPr lang="zh-CN" altLang="en-US" dirty="0"/>
              <a:t>对葡萄酒的评分不存在数据倾斜的情况，评分数据的分布情况比较适合用直方图展示</a:t>
            </a:r>
            <a:endParaRPr lang="zh-CN" altLang="en-US" dirty="0"/>
          </a:p>
          <a:p>
            <a:r>
              <a:rPr lang="en-GB" altLang="zh-CN" dirty="0"/>
              <a:t>reviews['points'].</a:t>
            </a:r>
            <a:r>
              <a:rPr lang="en-GB" altLang="zh-CN" dirty="0" err="1"/>
              <a:t>plot.hist</a:t>
            </a:r>
            <a:r>
              <a:rPr lang="en-GB" altLang="zh-CN" dirty="0"/>
              <a:t>()</a:t>
            </a:r>
            <a:endParaRPr lang="zh-CN" altLang="en-US" dirty="0"/>
          </a:p>
        </p:txBody>
      </p:sp>
      <p:pic>
        <p:nvPicPr>
          <p:cNvPr id="2" name="图片 1"/>
          <p:cNvPicPr>
            <a:picLocks noChangeAspect="1"/>
          </p:cNvPicPr>
          <p:nvPr/>
        </p:nvPicPr>
        <p:blipFill>
          <a:blip r:embed="rId1"/>
          <a:stretch>
            <a:fillRect/>
          </a:stretch>
        </p:blipFill>
        <p:spPr>
          <a:xfrm>
            <a:off x="1187450" y="2661285"/>
            <a:ext cx="6108700" cy="31115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en-US" altLang="zh-CN" dirty="0"/>
              <a:t>2</a:t>
            </a:r>
            <a:r>
              <a:rPr lang="zh-CN" altLang="en-US" dirty="0"/>
              <a:t> </a:t>
            </a:r>
            <a:r>
              <a:rPr lang="en-GB" altLang="zh-CN" dirty="0"/>
              <a:t>Pandas </a:t>
            </a:r>
            <a:r>
              <a:rPr lang="zh-CN" altLang="en-US" dirty="0"/>
              <a:t>单变量可视化</a:t>
            </a:r>
            <a:endParaRPr lang="en-US" altLang="zh-CN" dirty="0"/>
          </a:p>
        </p:txBody>
      </p:sp>
      <p:sp>
        <p:nvSpPr>
          <p:cNvPr id="4" name="文本占位符 3"/>
          <p:cNvSpPr>
            <a:spLocks noGrp="1"/>
          </p:cNvSpPr>
          <p:nvPr>
            <p:ph type="body" sz="quarter" idx="10"/>
          </p:nvPr>
        </p:nvSpPr>
        <p:spPr/>
        <p:txBody>
          <a:bodyPr/>
          <a:lstStyle/>
          <a:p>
            <a:r>
              <a:rPr lang="en-US" altLang="zh-CN" dirty="0"/>
              <a:t>2.6</a:t>
            </a:r>
            <a:r>
              <a:rPr lang="zh-CN" altLang="en-US" dirty="0"/>
              <a:t> 饼图</a:t>
            </a:r>
            <a:endParaRPr lang="zh-CN" altLang="en-US" dirty="0"/>
          </a:p>
        </p:txBody>
      </p:sp>
      <p:sp>
        <p:nvSpPr>
          <p:cNvPr id="5" name="文本占位符 4"/>
          <p:cNvSpPr>
            <a:spLocks noGrp="1"/>
          </p:cNvSpPr>
          <p:nvPr>
            <p:ph type="body" sz="quarter" idx="11"/>
          </p:nvPr>
        </p:nvSpPr>
        <p:spPr>
          <a:xfrm>
            <a:off x="710565" y="1656080"/>
            <a:ext cx="10699115" cy="5039995"/>
          </a:xfrm>
        </p:spPr>
        <p:txBody>
          <a:bodyPr/>
          <a:lstStyle/>
          <a:p>
            <a:pPr marL="285750" indent="-285750">
              <a:buFont typeface="Wingdings" panose="05000000000000000000" pitchFamily="2" charset="2"/>
              <a:buChar char="u"/>
            </a:pPr>
            <a:r>
              <a:rPr lang="zh-CN" altLang="en-US" dirty="0"/>
              <a:t>饼图也是一种常见的可视化形式</a:t>
            </a:r>
            <a:endParaRPr lang="en-US" altLang="zh-CN" dirty="0"/>
          </a:p>
          <a:p>
            <a:r>
              <a:rPr lang="en-GB" altLang="zh-CN" dirty="0"/>
              <a:t>reviews['province'].</a:t>
            </a:r>
            <a:r>
              <a:rPr lang="en-GB" altLang="zh-CN" dirty="0" err="1"/>
              <a:t>value_counts</a:t>
            </a:r>
            <a:r>
              <a:rPr lang="en-GB" altLang="zh-CN" dirty="0"/>
              <a:t>().head(10).</a:t>
            </a:r>
            <a:r>
              <a:rPr lang="en-GB" altLang="zh-CN" dirty="0" err="1"/>
              <a:t>plot.pie</a:t>
            </a:r>
            <a:r>
              <a:rPr lang="en-GB" altLang="zh-CN" dirty="0"/>
              <a:t>()</a:t>
            </a:r>
            <a:endParaRPr lang="en-GB" altLang="zh-CN" dirty="0"/>
          </a:p>
          <a:p>
            <a:pPr marL="285750" indent="-285750">
              <a:buFont typeface="Wingdings" panose="05000000000000000000" pitchFamily="2" charset="2"/>
              <a:buChar char="u"/>
            </a:pPr>
            <a:r>
              <a:rPr lang="zh-CN" altLang="en-US" dirty="0"/>
              <a:t>饼图的缺陷：饼图只适合展示少量分类在整体的占比</a:t>
            </a:r>
            <a:endParaRPr lang="zh-CN" altLang="en-US" dirty="0"/>
          </a:p>
          <a:p>
            <a:pPr marL="285750" indent="-285750">
              <a:buFont typeface="Wingdings" panose="05000000000000000000" pitchFamily="2" charset="2"/>
              <a:buChar char="Ø"/>
            </a:pPr>
            <a:r>
              <a:rPr lang="zh-CN" altLang="en-US" b="0" dirty="0"/>
              <a:t>如果分类比较多，必然每个分类的面积会比较小，这个时候很难比较两个类别</a:t>
            </a:r>
            <a:endParaRPr lang="zh-CN" altLang="en-US" b="0" dirty="0"/>
          </a:p>
          <a:p>
            <a:pPr marL="285750" indent="-285750">
              <a:buFont typeface="Wingdings" panose="05000000000000000000" pitchFamily="2" charset="2"/>
              <a:buChar char="Ø"/>
            </a:pPr>
            <a:r>
              <a:rPr lang="zh-CN" altLang="en-US" b="0" dirty="0"/>
              <a:t>如果两个类别在饼图中彼此不相邻，很难进行比较</a:t>
            </a:r>
            <a:endParaRPr lang="zh-CN" altLang="en-US" b="0" dirty="0"/>
          </a:p>
          <a:p>
            <a:pPr marL="285750" indent="-285750">
              <a:buFont typeface="Wingdings" panose="05000000000000000000" pitchFamily="2" charset="2"/>
              <a:buChar char="Ø"/>
            </a:pPr>
            <a:r>
              <a:rPr lang="zh-CN" altLang="en-US" b="0" dirty="0"/>
              <a:t>可以使用柱状图图来替换饼图</a:t>
            </a:r>
            <a:endParaRPr lang="zh-CN" altLang="en-US" b="0" dirty="0"/>
          </a:p>
          <a:p>
            <a:endParaRPr lang="zh-CN" altLang="en-US" dirty="0"/>
          </a:p>
          <a:p>
            <a:endParaRPr lang="zh-CN" altLang="en-US" dirty="0"/>
          </a:p>
        </p:txBody>
      </p:sp>
      <p:pic>
        <p:nvPicPr>
          <p:cNvPr id="2" name="图片 1"/>
          <p:cNvPicPr>
            <a:picLocks noChangeAspect="1"/>
          </p:cNvPicPr>
          <p:nvPr/>
        </p:nvPicPr>
        <p:blipFill>
          <a:blip r:embed="rId1"/>
          <a:stretch>
            <a:fillRect/>
          </a:stretch>
        </p:blipFill>
        <p:spPr>
          <a:xfrm>
            <a:off x="6361430" y="3291840"/>
            <a:ext cx="4967605" cy="333883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b="1" dirty="0"/>
              <a:t>Pandas</a:t>
            </a:r>
            <a:r>
              <a:rPr lang="zh-CN" altLang="en-US" b="1" dirty="0"/>
              <a:t>数据可视化简介</a:t>
            </a:r>
            <a:endParaRPr lang="en-US" altLang="zh-CN" b="1" dirty="0"/>
          </a:p>
          <a:p>
            <a:r>
              <a:rPr lang="en-GB" altLang="zh-CN" b="1" dirty="0"/>
              <a:t>Pandas </a:t>
            </a:r>
            <a:r>
              <a:rPr lang="zh-CN" altLang="en-US" b="1" dirty="0"/>
              <a:t>单变量可视化</a:t>
            </a:r>
            <a:endParaRPr lang="zh-CN" altLang="en-US" b="1" dirty="0"/>
          </a:p>
          <a:p>
            <a:r>
              <a:rPr lang="en-GB" altLang="zh-CN" b="1" dirty="0">
                <a:solidFill>
                  <a:srgbClr val="FF0000"/>
                </a:solidFill>
              </a:rPr>
              <a:t>Pandas </a:t>
            </a:r>
            <a:r>
              <a:rPr lang="zh-CN" altLang="en-US" b="1" dirty="0">
                <a:solidFill>
                  <a:srgbClr val="FF0000"/>
                </a:solidFill>
              </a:rPr>
              <a:t>双变量可视化</a:t>
            </a:r>
            <a:endParaRPr lang="zh-CN" altLang="en-US" b="1" dirty="0">
              <a:solidFill>
                <a:srgbClr val="FF0000"/>
              </a:solidFill>
            </a:endParaRPr>
          </a:p>
          <a:p>
            <a:pPr marL="0" indent="0">
              <a:buNone/>
            </a:pPr>
            <a:endParaRPr lang="zh-CN" altLang="en-US" b="1"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en-US" altLang="zh-CN" dirty="0"/>
              <a:t>3</a:t>
            </a:r>
            <a:r>
              <a:rPr lang="zh-CN" altLang="en-US" dirty="0"/>
              <a:t> </a:t>
            </a:r>
            <a:r>
              <a:rPr lang="en-GB" altLang="zh-CN" dirty="0"/>
              <a:t>Pandas </a:t>
            </a:r>
            <a:r>
              <a:rPr lang="zh-CN" altLang="en-US" dirty="0"/>
              <a:t>双变量可视化</a:t>
            </a:r>
            <a:endParaRPr lang="en-US" altLang="zh-CN" dirty="0"/>
          </a:p>
        </p:txBody>
      </p:sp>
      <p:sp>
        <p:nvSpPr>
          <p:cNvPr id="4" name="文本占位符 3"/>
          <p:cNvSpPr>
            <a:spLocks noGrp="1"/>
          </p:cNvSpPr>
          <p:nvPr>
            <p:ph type="body" sz="quarter" idx="10"/>
          </p:nvPr>
        </p:nvSpPr>
        <p:spPr/>
        <p:txBody>
          <a:bodyPr/>
          <a:lstStyle/>
          <a:p>
            <a:r>
              <a:rPr lang="en-US" altLang="zh-CN" dirty="0"/>
              <a:t>3.1</a:t>
            </a:r>
            <a:r>
              <a:rPr lang="zh-CN" altLang="en-US" dirty="0"/>
              <a:t> 介绍</a:t>
            </a:r>
            <a:endParaRPr lang="zh-CN" altLang="en-US" dirty="0"/>
          </a:p>
        </p:txBody>
      </p:sp>
      <p:sp>
        <p:nvSpPr>
          <p:cNvPr id="5" name="文本占位符 4"/>
          <p:cNvSpPr>
            <a:spLocks noGrp="1"/>
          </p:cNvSpPr>
          <p:nvPr>
            <p:ph type="body" sz="quarter" idx="11"/>
          </p:nvPr>
        </p:nvSpPr>
        <p:spPr/>
        <p:txBody>
          <a:bodyPr/>
          <a:lstStyle/>
          <a:p>
            <a:pPr marL="285750" indent="-285750">
              <a:buFont typeface="Wingdings" panose="05000000000000000000" pitchFamily="2" charset="2"/>
              <a:buChar char="u"/>
            </a:pPr>
            <a:r>
              <a:rPr lang="zh-CN" altLang="en-US" dirty="0"/>
              <a:t>在上一小结中，介绍了使用</a:t>
            </a:r>
            <a:r>
              <a:rPr lang="en-US" altLang="zh-CN" dirty="0"/>
              <a:t>Pandas</a:t>
            </a:r>
            <a:r>
              <a:rPr lang="zh-CN" altLang="en-US" dirty="0"/>
              <a:t>绘图，理解单个变量在数据中的互相关系，本小节会考察两个变量如何进行可视化</a:t>
            </a:r>
            <a:endParaRPr lang="zh-CN" altLang="en-US" dirty="0"/>
          </a:p>
          <a:p>
            <a:pPr marL="285750" indent="-285750">
              <a:buFont typeface="Wingdings" panose="05000000000000000000" pitchFamily="2" charset="2"/>
              <a:buChar char="u"/>
            </a:pPr>
            <a:r>
              <a:rPr lang="zh-CN" altLang="en-US" dirty="0"/>
              <a:t>数据分析时，我们需要找到变量之间的相互关系，比如一个变量的增加是否与另一个变量有关，数据可视化是找到两个变量的关系的最佳方法</a:t>
            </a:r>
            <a:endParaRPr lang="zh-CN" altLang="en-US" dirty="0"/>
          </a:p>
          <a:p>
            <a:endParaRPr lang="zh-CN" alt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en-US" altLang="zh-CN" dirty="0"/>
              <a:t>3</a:t>
            </a:r>
            <a:r>
              <a:rPr lang="zh-CN" altLang="en-US" dirty="0"/>
              <a:t> </a:t>
            </a:r>
            <a:r>
              <a:rPr lang="en-GB" altLang="zh-CN" dirty="0"/>
              <a:t>Pandas </a:t>
            </a:r>
            <a:r>
              <a:rPr lang="zh-CN" altLang="en-US" dirty="0"/>
              <a:t>双变量可视化</a:t>
            </a:r>
            <a:endParaRPr lang="en-US" altLang="zh-CN" dirty="0"/>
          </a:p>
        </p:txBody>
      </p:sp>
      <p:sp>
        <p:nvSpPr>
          <p:cNvPr id="4" name="文本占位符 3"/>
          <p:cNvSpPr>
            <a:spLocks noGrp="1"/>
          </p:cNvSpPr>
          <p:nvPr>
            <p:ph type="body" sz="quarter" idx="10"/>
          </p:nvPr>
        </p:nvSpPr>
        <p:spPr/>
        <p:txBody>
          <a:bodyPr/>
          <a:lstStyle/>
          <a:p>
            <a:r>
              <a:rPr lang="en-US" altLang="zh-CN" dirty="0"/>
              <a:t>3.2</a:t>
            </a:r>
            <a:r>
              <a:rPr lang="zh-CN" altLang="en-US" dirty="0"/>
              <a:t> 散点图</a:t>
            </a:r>
            <a:endParaRPr lang="zh-CN" altLang="en-US" dirty="0"/>
          </a:p>
        </p:txBody>
      </p:sp>
      <p:sp>
        <p:nvSpPr>
          <p:cNvPr id="5" name="文本占位符 4"/>
          <p:cNvSpPr>
            <a:spLocks noGrp="1"/>
          </p:cNvSpPr>
          <p:nvPr>
            <p:ph type="body" sz="quarter" idx="11"/>
          </p:nvPr>
        </p:nvSpPr>
        <p:spPr>
          <a:xfrm>
            <a:off x="710565" y="1656080"/>
            <a:ext cx="10699115" cy="5077460"/>
          </a:xfrm>
        </p:spPr>
        <p:txBody>
          <a:bodyPr/>
          <a:lstStyle/>
          <a:p>
            <a:pPr marL="285750" indent="-285750">
              <a:buFont typeface="Wingdings" panose="05000000000000000000" pitchFamily="2" charset="2"/>
              <a:buChar char="u"/>
            </a:pPr>
            <a:r>
              <a:rPr lang="zh-CN" altLang="en-US" dirty="0"/>
              <a:t>最简单的两个变量可视化图形是散点图，散点图中的一个点，可以表示两个变量</a:t>
            </a:r>
            <a:endParaRPr lang="en-US" altLang="zh-CN" dirty="0"/>
          </a:p>
          <a:p>
            <a:r>
              <a:rPr lang="en-GB" altLang="zh-CN" dirty="0"/>
              <a:t>reviews[reviews['price'] &lt; 100].sample(100).</a:t>
            </a:r>
            <a:r>
              <a:rPr lang="en-GB" altLang="zh-CN" dirty="0" err="1"/>
              <a:t>plot.scatter</a:t>
            </a:r>
            <a:r>
              <a:rPr lang="en-GB" altLang="zh-CN" dirty="0"/>
              <a:t>(x='price', y='points')</a:t>
            </a:r>
            <a:endParaRPr lang="en-GB" altLang="zh-CN" dirty="0"/>
          </a:p>
          <a:p>
            <a:pPr marL="285750" indent="-285750">
              <a:buFont typeface="Wingdings" panose="05000000000000000000" pitchFamily="2" charset="2"/>
              <a:buChar char="Ø"/>
            </a:pPr>
            <a:r>
              <a:rPr lang="zh-CN" altLang="en-US" dirty="0"/>
              <a:t>调整图形大小，字体大小，由于</a:t>
            </a:r>
            <a:r>
              <a:rPr lang="en-US" altLang="zh-CN" dirty="0"/>
              <a:t>pandas</a:t>
            </a:r>
            <a:r>
              <a:rPr lang="zh-CN" altLang="en-US" dirty="0"/>
              <a:t>的绘图功能是对</a:t>
            </a:r>
            <a:r>
              <a:rPr lang="en-US" altLang="zh-CN" dirty="0"/>
              <a:t>Matplotlib</a:t>
            </a:r>
            <a:r>
              <a:rPr lang="zh-CN" altLang="en-US" dirty="0"/>
              <a:t>绘图功能的封装，所以很多参数</a:t>
            </a:r>
            <a:r>
              <a:rPr lang="en-US" altLang="zh-CN" dirty="0"/>
              <a:t>pandas </a:t>
            </a:r>
            <a:r>
              <a:rPr lang="zh-CN" altLang="en-US" dirty="0"/>
              <a:t>和 </a:t>
            </a:r>
            <a:r>
              <a:rPr lang="en-US" altLang="zh-CN" dirty="0"/>
              <a:t>matplotlib</a:t>
            </a:r>
            <a:r>
              <a:rPr lang="zh-CN" altLang="en-US" dirty="0"/>
              <a:t>都一样</a:t>
            </a:r>
            <a:endParaRPr lang="en-US" altLang="zh-CN" dirty="0"/>
          </a:p>
          <a:p>
            <a:r>
              <a:rPr lang="en-GB" altLang="zh-CN" dirty="0"/>
              <a:t>reviews[reviews['price'] &lt; 100].sample(100).</a:t>
            </a:r>
            <a:r>
              <a:rPr lang="en-GB" altLang="zh-CN" dirty="0" err="1"/>
              <a:t>plot.scatter</a:t>
            </a:r>
            <a:r>
              <a:rPr lang="en-GB" altLang="zh-CN" dirty="0"/>
              <a:t>(x='price', y='points',</a:t>
            </a:r>
            <a:r>
              <a:rPr lang="en-GB" altLang="zh-CN" dirty="0" err="1"/>
              <a:t>figsize</a:t>
            </a:r>
            <a:r>
              <a:rPr lang="en-GB" altLang="zh-CN" dirty="0"/>
              <a:t>=(14,8),</a:t>
            </a:r>
            <a:r>
              <a:rPr lang="en-GB" altLang="zh-CN" dirty="0" err="1"/>
              <a:t>fontsize</a:t>
            </a:r>
            <a:r>
              <a:rPr lang="en-GB" altLang="zh-CN" dirty="0"/>
              <a:t> = 16)</a:t>
            </a:r>
            <a:endParaRPr lang="en-GB" altLang="zh-CN" dirty="0"/>
          </a:p>
          <a:p>
            <a:endParaRPr lang="zh-CN" altLang="en-US" dirty="0"/>
          </a:p>
          <a:p>
            <a:endParaRPr lang="zh-CN" altLang="en-US" dirty="0"/>
          </a:p>
        </p:txBody>
      </p:sp>
      <p:pic>
        <p:nvPicPr>
          <p:cNvPr id="2" name="图片 1"/>
          <p:cNvPicPr>
            <a:picLocks noChangeAspect="1"/>
          </p:cNvPicPr>
          <p:nvPr/>
        </p:nvPicPr>
        <p:blipFill>
          <a:blip r:embed="rId1"/>
          <a:stretch>
            <a:fillRect/>
          </a:stretch>
        </p:blipFill>
        <p:spPr>
          <a:xfrm>
            <a:off x="2468880" y="3717925"/>
            <a:ext cx="5746115" cy="298259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en-US" altLang="zh-CN" dirty="0"/>
              <a:t>3</a:t>
            </a:r>
            <a:r>
              <a:rPr lang="zh-CN" altLang="en-US" dirty="0"/>
              <a:t> </a:t>
            </a:r>
            <a:r>
              <a:rPr lang="en-GB" altLang="zh-CN" dirty="0"/>
              <a:t>Pandas </a:t>
            </a:r>
            <a:r>
              <a:rPr lang="zh-CN" altLang="en-US" dirty="0"/>
              <a:t>双变量可视化</a:t>
            </a:r>
            <a:endParaRPr lang="en-US" altLang="zh-CN" dirty="0"/>
          </a:p>
        </p:txBody>
      </p:sp>
      <p:sp>
        <p:nvSpPr>
          <p:cNvPr id="4" name="文本占位符 3"/>
          <p:cNvSpPr>
            <a:spLocks noGrp="1"/>
          </p:cNvSpPr>
          <p:nvPr>
            <p:ph type="body" sz="quarter" idx="10"/>
          </p:nvPr>
        </p:nvSpPr>
        <p:spPr/>
        <p:txBody>
          <a:bodyPr/>
          <a:lstStyle/>
          <a:p>
            <a:r>
              <a:rPr lang="en-US" altLang="zh-CN" dirty="0"/>
              <a:t>3.2</a:t>
            </a:r>
            <a:r>
              <a:rPr lang="zh-CN" altLang="en-US" dirty="0"/>
              <a:t> 散点图</a:t>
            </a:r>
            <a:endParaRPr lang="zh-CN" altLang="en-US" dirty="0"/>
          </a:p>
        </p:txBody>
      </p:sp>
      <p:sp>
        <p:nvSpPr>
          <p:cNvPr id="5" name="文本占位符 4"/>
          <p:cNvSpPr>
            <a:spLocks noGrp="1"/>
          </p:cNvSpPr>
          <p:nvPr>
            <p:ph type="body" sz="quarter" idx="11"/>
          </p:nvPr>
        </p:nvSpPr>
        <p:spPr/>
        <p:txBody>
          <a:bodyPr/>
          <a:lstStyle/>
          <a:p>
            <a:pPr marL="285750" indent="-285750">
              <a:buFont typeface="Wingdings" panose="05000000000000000000" pitchFamily="2" charset="2"/>
              <a:buChar char="Ø"/>
            </a:pPr>
            <a:r>
              <a:rPr lang="zh-CN" altLang="en-US" dirty="0"/>
              <a:t>修改</a:t>
            </a:r>
            <a:r>
              <a:rPr lang="en-US" altLang="zh-CN" dirty="0"/>
              <a:t>x</a:t>
            </a:r>
            <a:r>
              <a:rPr lang="zh-CN" altLang="en-US" dirty="0"/>
              <a:t>轴 </a:t>
            </a:r>
            <a:r>
              <a:rPr lang="en-US" altLang="zh-CN" dirty="0"/>
              <a:t>y</a:t>
            </a:r>
            <a:r>
              <a:rPr lang="zh-CN" altLang="en-US" dirty="0"/>
              <a:t>轴标签字体</a:t>
            </a:r>
            <a:endParaRPr lang="en-US" altLang="zh-CN" dirty="0"/>
          </a:p>
          <a:p>
            <a:r>
              <a:rPr lang="en-US" altLang="zh-CN" dirty="0"/>
              <a:t># </a:t>
            </a:r>
            <a:r>
              <a:rPr lang="zh-CN" altLang="en-US" dirty="0"/>
              <a:t>创建绘图区域和坐标轴</a:t>
            </a:r>
            <a:endParaRPr lang="zh-CN" altLang="en-US" dirty="0"/>
          </a:p>
          <a:p>
            <a:r>
              <a:rPr lang="en-GB" altLang="zh-CN" dirty="0"/>
              <a:t>fig, axes = </a:t>
            </a:r>
            <a:r>
              <a:rPr lang="en-GB" altLang="zh-CN" dirty="0" err="1"/>
              <a:t>plt.subplots</a:t>
            </a:r>
            <a:r>
              <a:rPr lang="en-GB" altLang="zh-CN" dirty="0"/>
              <a:t>(</a:t>
            </a:r>
            <a:r>
              <a:rPr lang="en-GB" altLang="zh-CN" dirty="0" err="1"/>
              <a:t>ncols</a:t>
            </a:r>
            <a:r>
              <a:rPr lang="en-GB" altLang="zh-CN" dirty="0"/>
              <a:t>=1, </a:t>
            </a:r>
            <a:r>
              <a:rPr lang="en-GB" altLang="zh-CN" dirty="0" err="1"/>
              <a:t>figsize</a:t>
            </a:r>
            <a:r>
              <a:rPr lang="en-GB" altLang="zh-CN" dirty="0"/>
              <a:t> = (20,10))</a:t>
            </a:r>
            <a:endParaRPr lang="en-GB" altLang="zh-CN" dirty="0"/>
          </a:p>
          <a:p>
            <a:r>
              <a:rPr lang="en-GB" altLang="zh-CN" dirty="0"/>
              <a:t># </a:t>
            </a:r>
            <a:r>
              <a:rPr lang="zh-CN" altLang="en-US" dirty="0"/>
              <a:t>使用</a:t>
            </a:r>
            <a:r>
              <a:rPr lang="en-GB" altLang="zh-CN" dirty="0"/>
              <a:t>pandas </a:t>
            </a:r>
            <a:r>
              <a:rPr lang="zh-CN" altLang="en-US" dirty="0"/>
              <a:t>在指定坐标轴内绘图</a:t>
            </a:r>
            <a:endParaRPr lang="zh-CN" altLang="en-US" dirty="0"/>
          </a:p>
          <a:p>
            <a:r>
              <a:rPr lang="en-GB" altLang="zh-CN" dirty="0"/>
              <a:t>reviews[reviews['price'] &lt; 100].sample(100).</a:t>
            </a:r>
            <a:r>
              <a:rPr lang="en-GB" altLang="zh-CN" dirty="0" err="1"/>
              <a:t>plot.scatter</a:t>
            </a:r>
            <a:r>
              <a:rPr lang="en-GB" altLang="zh-CN" dirty="0"/>
              <a:t>(x='price', y='points',</a:t>
            </a:r>
            <a:r>
              <a:rPr lang="en-GB" altLang="zh-CN" dirty="0" err="1"/>
              <a:t>figsize</a:t>
            </a:r>
            <a:r>
              <a:rPr lang="en-GB" altLang="zh-CN" dirty="0"/>
              <a:t>=(14,8),</a:t>
            </a:r>
            <a:r>
              <a:rPr lang="en-GB" altLang="zh-CN" dirty="0" err="1"/>
              <a:t>fontsize</a:t>
            </a:r>
            <a:r>
              <a:rPr lang="en-GB" altLang="zh-CN" dirty="0"/>
              <a:t> = 16,ax = axes)</a:t>
            </a:r>
            <a:endParaRPr lang="en-GB" altLang="zh-CN" dirty="0"/>
          </a:p>
          <a:p>
            <a:r>
              <a:rPr lang="en-GB" altLang="zh-CN" dirty="0"/>
              <a:t># </a:t>
            </a:r>
            <a:r>
              <a:rPr lang="zh-CN" altLang="en-US" dirty="0"/>
              <a:t>通过坐标轴修改</a:t>
            </a:r>
            <a:r>
              <a:rPr lang="en-GB" altLang="zh-CN" dirty="0"/>
              <a:t>x y </a:t>
            </a:r>
            <a:r>
              <a:rPr lang="zh-CN" altLang="en-US" dirty="0"/>
              <a:t>标签内容和字体大小</a:t>
            </a:r>
            <a:endParaRPr lang="zh-CN" altLang="en-US" dirty="0"/>
          </a:p>
          <a:p>
            <a:r>
              <a:rPr lang="en-GB" altLang="zh-CN" dirty="0" err="1"/>
              <a:t>axes.set_xlabel</a:t>
            </a:r>
            <a:r>
              <a:rPr lang="en-GB" altLang="zh-CN" dirty="0"/>
              <a:t>('price',</a:t>
            </a:r>
            <a:r>
              <a:rPr lang="en-GB" altLang="zh-CN" dirty="0" err="1"/>
              <a:t>fontdict</a:t>
            </a:r>
            <a:r>
              <a:rPr lang="en-GB" altLang="zh-CN" dirty="0"/>
              <a:t>={'fontsize':16})</a:t>
            </a:r>
            <a:endParaRPr lang="zh-CN" altLang="en-US" dirty="0"/>
          </a:p>
          <a:p>
            <a:endParaRPr lang="zh-CN" altLang="en-US" dirty="0"/>
          </a:p>
          <a:p>
            <a:endParaRPr lang="zh-CN" alt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en-US" altLang="zh-CN" dirty="0"/>
              <a:t>3</a:t>
            </a:r>
            <a:r>
              <a:rPr lang="zh-CN" altLang="en-US" dirty="0"/>
              <a:t> </a:t>
            </a:r>
            <a:r>
              <a:rPr lang="en-GB" altLang="zh-CN" dirty="0"/>
              <a:t>Pandas </a:t>
            </a:r>
            <a:r>
              <a:rPr lang="zh-CN" altLang="en-US" dirty="0"/>
              <a:t>双变量可视化</a:t>
            </a:r>
            <a:endParaRPr lang="en-US" altLang="zh-CN" dirty="0"/>
          </a:p>
        </p:txBody>
      </p:sp>
      <p:sp>
        <p:nvSpPr>
          <p:cNvPr id="4" name="文本占位符 3"/>
          <p:cNvSpPr>
            <a:spLocks noGrp="1"/>
          </p:cNvSpPr>
          <p:nvPr>
            <p:ph type="body" sz="quarter" idx="10"/>
          </p:nvPr>
        </p:nvSpPr>
        <p:spPr/>
        <p:txBody>
          <a:bodyPr/>
          <a:lstStyle/>
          <a:p>
            <a:r>
              <a:rPr lang="en-US" altLang="zh-CN" dirty="0"/>
              <a:t>3.2</a:t>
            </a:r>
            <a:r>
              <a:rPr lang="zh-CN" altLang="en-US" dirty="0"/>
              <a:t> 散点图</a:t>
            </a:r>
            <a:endParaRPr lang="zh-CN" altLang="en-US" dirty="0"/>
          </a:p>
        </p:txBody>
      </p:sp>
      <p:sp>
        <p:nvSpPr>
          <p:cNvPr id="5" name="文本占位符 4"/>
          <p:cNvSpPr>
            <a:spLocks noGrp="1"/>
          </p:cNvSpPr>
          <p:nvPr>
            <p:ph type="body" sz="quarter" idx="11"/>
          </p:nvPr>
        </p:nvSpPr>
        <p:spPr/>
        <p:txBody>
          <a:bodyPr/>
          <a:lstStyle/>
          <a:p>
            <a:pPr marL="285750" indent="-285750">
              <a:buFont typeface="Wingdings" panose="05000000000000000000" pitchFamily="2" charset="2"/>
              <a:buChar char="u"/>
            </a:pPr>
            <a:r>
              <a:rPr lang="zh-CN" altLang="en-US" dirty="0"/>
              <a:t>上图显示了价格和评分之间有一定的相关性：也就是说，价格较高的葡萄酒通常得分更高。</a:t>
            </a:r>
            <a:endParaRPr lang="zh-CN" altLang="en-US" dirty="0"/>
          </a:p>
          <a:p>
            <a:pPr marL="285750" indent="-285750">
              <a:buFont typeface="Wingdings" panose="05000000000000000000" pitchFamily="2" charset="2"/>
              <a:buChar char="Ø"/>
            </a:pPr>
            <a:r>
              <a:rPr lang="zh-CN" altLang="en-US" dirty="0"/>
              <a:t>请注意，我们必须对数据进行采样，从所有数据中抽取</a:t>
            </a:r>
            <a:r>
              <a:rPr lang="en-US" altLang="zh-CN" dirty="0"/>
              <a:t>100</a:t>
            </a:r>
            <a:r>
              <a:rPr lang="zh-CN" altLang="en-US" dirty="0"/>
              <a:t>条数据，如果将全部数据（</a:t>
            </a:r>
            <a:r>
              <a:rPr lang="en-US" altLang="zh-CN" dirty="0"/>
              <a:t>15</a:t>
            </a:r>
            <a:r>
              <a:rPr lang="zh-CN" altLang="en-US" dirty="0"/>
              <a:t>万条）都绘制到散点图上，会有很多点重叠在一起，不方便观察</a:t>
            </a:r>
            <a:endParaRPr lang="en-US" altLang="zh-CN" dirty="0"/>
          </a:p>
          <a:p>
            <a:r>
              <a:rPr lang="en-GB" altLang="zh-CN" dirty="0"/>
              <a:t>reviews[reviews['price'] &lt; 100].</a:t>
            </a:r>
            <a:r>
              <a:rPr lang="en-GB" altLang="zh-CN" dirty="0" err="1"/>
              <a:t>plot.scatter</a:t>
            </a:r>
            <a:r>
              <a:rPr lang="en-GB" altLang="zh-CN" dirty="0"/>
              <a:t>(x='price', y='points',</a:t>
            </a:r>
            <a:r>
              <a:rPr lang="en-GB" altLang="zh-CN" dirty="0" err="1"/>
              <a:t>figsize</a:t>
            </a:r>
            <a:r>
              <a:rPr lang="en-GB" altLang="zh-CN" dirty="0"/>
              <a:t>=(12,8))</a:t>
            </a:r>
            <a:endParaRPr lang="en-GB" altLang="zh-CN" dirty="0"/>
          </a:p>
          <a:p>
            <a:pPr marL="285750" indent="-285750">
              <a:buFont typeface="Wingdings" panose="05000000000000000000" pitchFamily="2" charset="2"/>
              <a:buChar char="Ø"/>
            </a:pPr>
            <a:r>
              <a:rPr lang="zh-CN" altLang="en-US" dirty="0"/>
              <a:t>由于散点图的缺点，因此散点图最适合使用相对较小的数据集以及具有大量唯一值的变量。</a:t>
            </a:r>
            <a:endParaRPr lang="zh-CN" altLang="en-US" dirty="0"/>
          </a:p>
          <a:p>
            <a:pPr marL="285750" indent="-285750">
              <a:buFont typeface="Wingdings" panose="05000000000000000000" pitchFamily="2" charset="2"/>
              <a:buChar char="Ø"/>
            </a:pPr>
            <a:r>
              <a:rPr lang="zh-CN" altLang="en-US" dirty="0"/>
              <a:t>有几种方法可以处理过度绘图。 一：对数据进行采样 二：</a:t>
            </a:r>
            <a:r>
              <a:rPr lang="en-US" altLang="zh-CN" dirty="0" err="1"/>
              <a:t>hexplot</a:t>
            </a:r>
            <a:r>
              <a:rPr lang="en-US" altLang="zh-CN" dirty="0"/>
              <a:t>(</a:t>
            </a:r>
            <a:r>
              <a:rPr lang="zh-CN" altLang="en-US" dirty="0"/>
              <a:t>蜂巢图</a:t>
            </a:r>
            <a:r>
              <a:rPr lang="en-US" altLang="zh-CN" dirty="0"/>
              <a:t>)</a:t>
            </a:r>
            <a:endParaRPr lang="en-US" altLang="zh-CN" dirty="0"/>
          </a:p>
          <a:p>
            <a:endParaRPr lang="zh-CN" altLang="en-US" dirty="0"/>
          </a:p>
          <a:p>
            <a:endParaRPr lang="zh-CN" alt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en-US" altLang="zh-CN" dirty="0"/>
              <a:t>3</a:t>
            </a:r>
            <a:r>
              <a:rPr lang="zh-CN" altLang="en-US" dirty="0"/>
              <a:t> </a:t>
            </a:r>
            <a:r>
              <a:rPr lang="en-GB" altLang="zh-CN" dirty="0"/>
              <a:t>Pandas </a:t>
            </a:r>
            <a:r>
              <a:rPr lang="zh-CN" altLang="en-US" dirty="0"/>
              <a:t>双变量可视化</a:t>
            </a:r>
            <a:endParaRPr lang="en-US" altLang="zh-CN" dirty="0"/>
          </a:p>
        </p:txBody>
      </p:sp>
      <p:sp>
        <p:nvSpPr>
          <p:cNvPr id="4" name="文本占位符 3"/>
          <p:cNvSpPr>
            <a:spLocks noGrp="1"/>
          </p:cNvSpPr>
          <p:nvPr>
            <p:ph type="body" sz="quarter" idx="10"/>
          </p:nvPr>
        </p:nvSpPr>
        <p:spPr/>
        <p:txBody>
          <a:bodyPr/>
          <a:lstStyle/>
          <a:p>
            <a:r>
              <a:rPr lang="en-US" altLang="zh-CN" dirty="0"/>
              <a:t>3.3</a:t>
            </a:r>
            <a:r>
              <a:rPr lang="zh-CN" altLang="en-US" dirty="0"/>
              <a:t> </a:t>
            </a:r>
            <a:r>
              <a:rPr lang="en-GB" altLang="zh-CN" dirty="0" err="1"/>
              <a:t>hexplot</a:t>
            </a:r>
            <a:endParaRPr lang="en-GB" altLang="zh-CN" dirty="0"/>
          </a:p>
        </p:txBody>
      </p:sp>
      <p:sp>
        <p:nvSpPr>
          <p:cNvPr id="5" name="文本占位符 4"/>
          <p:cNvSpPr>
            <a:spLocks noGrp="1"/>
          </p:cNvSpPr>
          <p:nvPr>
            <p:ph type="body" sz="quarter" idx="11"/>
          </p:nvPr>
        </p:nvSpPr>
        <p:spPr>
          <a:xfrm>
            <a:off x="710565" y="1656080"/>
            <a:ext cx="10699115" cy="5062855"/>
          </a:xfrm>
        </p:spPr>
        <p:txBody>
          <a:bodyPr/>
          <a:lstStyle/>
          <a:p>
            <a:pPr marL="285750" indent="-285750">
              <a:buFont typeface="Wingdings" panose="05000000000000000000" pitchFamily="2" charset="2"/>
              <a:buChar char="u"/>
            </a:pPr>
            <a:r>
              <a:rPr lang="en-US" altLang="zh-CN" dirty="0" err="1"/>
              <a:t>hexplot</a:t>
            </a:r>
            <a:r>
              <a:rPr lang="zh-CN" altLang="en-US" dirty="0"/>
              <a:t>将数据点聚合为六边形，然后根据其内的值为这些六边形上色：</a:t>
            </a:r>
            <a:endParaRPr lang="en-US" altLang="zh-CN" dirty="0"/>
          </a:p>
          <a:p>
            <a:r>
              <a:rPr lang="en-GB" altLang="zh-CN" dirty="0"/>
              <a:t>reviews[reviews['price'] &lt; 100].</a:t>
            </a:r>
            <a:r>
              <a:rPr lang="en-GB" altLang="zh-CN" dirty="0" err="1"/>
              <a:t>plot.hexbin</a:t>
            </a:r>
            <a:r>
              <a:rPr lang="en-GB" altLang="zh-CN" dirty="0"/>
              <a:t>(x='price', y='points', </a:t>
            </a:r>
            <a:r>
              <a:rPr lang="en-GB" altLang="zh-CN" dirty="0" err="1"/>
              <a:t>gridsize</a:t>
            </a:r>
            <a:r>
              <a:rPr lang="en-GB" altLang="zh-CN" dirty="0"/>
              <a:t>=15,figsize=(14,8))</a:t>
            </a:r>
            <a:endParaRPr lang="en-GB" altLang="zh-CN" dirty="0"/>
          </a:p>
          <a:p>
            <a:pPr marL="285750" indent="-285750">
              <a:buFont typeface="Wingdings" panose="05000000000000000000" pitchFamily="2" charset="2"/>
              <a:buChar char="Ø"/>
            </a:pPr>
            <a:r>
              <a:rPr lang="zh-CN" altLang="en-US" dirty="0"/>
              <a:t>上图</a:t>
            </a:r>
            <a:r>
              <a:rPr lang="en-US" altLang="zh-CN" dirty="0"/>
              <a:t>x</a:t>
            </a:r>
            <a:r>
              <a:rPr lang="zh-CN" altLang="en-US" dirty="0"/>
              <a:t>轴坐标缺失，属于</a:t>
            </a:r>
            <a:r>
              <a:rPr lang="en-US" altLang="zh-CN" dirty="0"/>
              <a:t>bug</a:t>
            </a:r>
            <a:r>
              <a:rPr lang="zh-CN" altLang="en-US" dirty="0"/>
              <a:t>，可以通过调用</a:t>
            </a:r>
            <a:r>
              <a:rPr lang="en-US" altLang="zh-CN" dirty="0"/>
              <a:t>matplotlib</a:t>
            </a:r>
            <a:r>
              <a:rPr lang="zh-CN" altLang="en-US" dirty="0"/>
              <a:t>的</a:t>
            </a:r>
            <a:r>
              <a:rPr lang="en-US" altLang="zh-CN" dirty="0" err="1"/>
              <a:t>api</a:t>
            </a:r>
            <a:r>
              <a:rPr lang="zh-CN" altLang="en-US" dirty="0"/>
              <a:t>添加</a:t>
            </a:r>
            <a:r>
              <a:rPr lang="en-US" altLang="zh-CN" dirty="0"/>
              <a:t>x</a:t>
            </a:r>
            <a:r>
              <a:rPr lang="zh-CN" altLang="en-US" dirty="0"/>
              <a:t>坐标</a:t>
            </a:r>
            <a:endParaRPr lang="en-US" altLang="zh-CN" dirty="0"/>
          </a:p>
          <a:p>
            <a:r>
              <a:rPr lang="en-GB" altLang="zh-CN" dirty="0"/>
              <a:t>fig, axes = </a:t>
            </a:r>
            <a:r>
              <a:rPr lang="en-GB" altLang="zh-CN" dirty="0" err="1"/>
              <a:t>plt.subplots</a:t>
            </a:r>
            <a:r>
              <a:rPr lang="en-GB" altLang="zh-CN" dirty="0"/>
              <a:t>(</a:t>
            </a:r>
            <a:r>
              <a:rPr lang="en-GB" altLang="zh-CN" dirty="0" err="1"/>
              <a:t>ncols</a:t>
            </a:r>
            <a:r>
              <a:rPr lang="en-GB" altLang="zh-CN" dirty="0"/>
              <a:t>=1, </a:t>
            </a:r>
            <a:r>
              <a:rPr lang="en-GB" altLang="zh-CN" dirty="0" err="1"/>
              <a:t>figsize</a:t>
            </a:r>
            <a:r>
              <a:rPr lang="en-GB" altLang="zh-CN" dirty="0"/>
              <a:t> = (12,8))</a:t>
            </a:r>
            <a:endParaRPr lang="en-GB" altLang="zh-CN" dirty="0"/>
          </a:p>
          <a:p>
            <a:r>
              <a:rPr lang="en-GB" altLang="zh-CN" dirty="0"/>
              <a:t>reviews[reviews['price'] &lt; 100].</a:t>
            </a:r>
            <a:r>
              <a:rPr lang="en-GB" altLang="zh-CN" dirty="0" err="1"/>
              <a:t>plot.hexbin</a:t>
            </a:r>
            <a:r>
              <a:rPr lang="en-GB" altLang="zh-CN" dirty="0"/>
              <a:t>(x='price', y='points', </a:t>
            </a:r>
            <a:r>
              <a:rPr lang="en-GB" altLang="zh-CN" dirty="0" err="1"/>
              <a:t>gridsize</a:t>
            </a:r>
            <a:r>
              <a:rPr lang="en-GB" altLang="zh-CN" dirty="0"/>
              <a:t>=15,ax = axes)</a:t>
            </a:r>
            <a:endParaRPr lang="en-GB" altLang="zh-CN" dirty="0"/>
          </a:p>
          <a:p>
            <a:r>
              <a:rPr lang="en-GB" altLang="zh-CN" dirty="0" err="1"/>
              <a:t>axes.set_xticks</a:t>
            </a:r>
            <a:r>
              <a:rPr lang="en-GB" altLang="zh-CN" dirty="0"/>
              <a:t>([0,20,40,60,80,100])</a:t>
            </a:r>
            <a:endParaRPr lang="en-GB" altLang="zh-CN" dirty="0"/>
          </a:p>
          <a:p>
            <a:endParaRPr lang="zh-CN" altLang="en-US" dirty="0"/>
          </a:p>
        </p:txBody>
      </p:sp>
      <p:pic>
        <p:nvPicPr>
          <p:cNvPr id="6" name="图片 5"/>
          <p:cNvPicPr>
            <a:picLocks noChangeAspect="1"/>
          </p:cNvPicPr>
          <p:nvPr/>
        </p:nvPicPr>
        <p:blipFill>
          <a:blip r:embed="rId1"/>
          <a:stretch>
            <a:fillRect/>
          </a:stretch>
        </p:blipFill>
        <p:spPr>
          <a:xfrm>
            <a:off x="4618990" y="3776345"/>
            <a:ext cx="5910580" cy="294259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en-US" altLang="zh-CN" dirty="0"/>
              <a:t>3</a:t>
            </a:r>
            <a:r>
              <a:rPr lang="zh-CN" altLang="en-US" dirty="0"/>
              <a:t> </a:t>
            </a:r>
            <a:r>
              <a:rPr lang="en-GB" altLang="zh-CN" dirty="0"/>
              <a:t>Pandas </a:t>
            </a:r>
            <a:r>
              <a:rPr lang="zh-CN" altLang="en-US" dirty="0"/>
              <a:t>双变量可视化</a:t>
            </a:r>
            <a:endParaRPr lang="en-US" altLang="zh-CN" dirty="0"/>
          </a:p>
        </p:txBody>
      </p:sp>
      <p:sp>
        <p:nvSpPr>
          <p:cNvPr id="4" name="文本占位符 3"/>
          <p:cNvSpPr>
            <a:spLocks noGrp="1"/>
          </p:cNvSpPr>
          <p:nvPr>
            <p:ph type="body" sz="quarter" idx="10"/>
          </p:nvPr>
        </p:nvSpPr>
        <p:spPr/>
        <p:txBody>
          <a:bodyPr/>
          <a:lstStyle/>
          <a:p>
            <a:r>
              <a:rPr lang="en-US" altLang="zh-CN" dirty="0"/>
              <a:t>3.3</a:t>
            </a:r>
            <a:r>
              <a:rPr lang="zh-CN" altLang="en-US" dirty="0"/>
              <a:t> </a:t>
            </a:r>
            <a:r>
              <a:rPr lang="en-GB" altLang="zh-CN" dirty="0" err="1"/>
              <a:t>hexplot</a:t>
            </a:r>
            <a:endParaRPr lang="en-GB" altLang="zh-CN" dirty="0"/>
          </a:p>
        </p:txBody>
      </p:sp>
      <p:sp>
        <p:nvSpPr>
          <p:cNvPr id="5" name="文本占位符 4"/>
          <p:cNvSpPr>
            <a:spLocks noGrp="1"/>
          </p:cNvSpPr>
          <p:nvPr>
            <p:ph type="body" sz="quarter" idx="11"/>
          </p:nvPr>
        </p:nvSpPr>
        <p:spPr/>
        <p:txBody>
          <a:bodyPr/>
          <a:lstStyle/>
          <a:p>
            <a:pPr marL="285750" indent="-285750">
              <a:buFont typeface="Wingdings" panose="05000000000000000000" pitchFamily="2" charset="2"/>
              <a:buChar char="Ø"/>
            </a:pPr>
            <a:r>
              <a:rPr lang="zh-CN" altLang="en-GB" dirty="0"/>
              <a:t>结论</a:t>
            </a:r>
            <a:endParaRPr lang="en-GB" altLang="zh-CN" dirty="0"/>
          </a:p>
          <a:p>
            <a:pPr marL="342900" indent="-342900">
              <a:buFont typeface="+mj-ea"/>
              <a:buAutoNum type="circleNumDbPlain"/>
            </a:pPr>
            <a:r>
              <a:rPr lang="zh-CN" altLang="en-US" dirty="0"/>
              <a:t>该图中的数据可以和散点图中的数据进行比较，但是</a:t>
            </a:r>
            <a:r>
              <a:rPr lang="en-US" altLang="zh-CN" dirty="0" err="1"/>
              <a:t>hexplot</a:t>
            </a:r>
            <a:r>
              <a:rPr lang="zh-CN" altLang="en-US" dirty="0"/>
              <a:t>能展示的信息更多</a:t>
            </a:r>
            <a:endParaRPr lang="zh-CN" altLang="en-US" dirty="0"/>
          </a:p>
          <a:p>
            <a:pPr marL="342900" indent="-342900">
              <a:buFont typeface="+mj-ea"/>
              <a:buAutoNum type="circleNumDbPlain"/>
            </a:pPr>
            <a:r>
              <a:rPr lang="zh-CN" altLang="en-US" dirty="0"/>
              <a:t>从</a:t>
            </a:r>
            <a:r>
              <a:rPr lang="en-US" altLang="zh-CN" dirty="0" err="1"/>
              <a:t>hexplot</a:t>
            </a:r>
            <a:r>
              <a:rPr lang="zh-CN" altLang="en-US" dirty="0"/>
              <a:t>中，可以看到</a:t>
            </a:r>
            <a:r>
              <a:rPr lang="en-US" altLang="zh-CN" dirty="0"/>
              <a:t>《</a:t>
            </a:r>
            <a:r>
              <a:rPr lang="zh-CN" altLang="en-US" dirty="0"/>
              <a:t>葡萄酒杂志</a:t>
            </a:r>
            <a:r>
              <a:rPr lang="en-US" altLang="zh-CN" dirty="0"/>
              <a:t>》</a:t>
            </a:r>
            <a:r>
              <a:rPr lang="zh-CN" altLang="en-US" dirty="0"/>
              <a:t>（</a:t>
            </a:r>
            <a:r>
              <a:rPr lang="en-US" altLang="zh-CN" dirty="0"/>
              <a:t>Wine Magazine</a:t>
            </a:r>
            <a:r>
              <a:rPr lang="zh-CN" altLang="en-US" dirty="0"/>
              <a:t>）评论的葡萄酒评分大多数是</a:t>
            </a:r>
            <a:r>
              <a:rPr lang="en-US" altLang="zh-CN" dirty="0"/>
              <a:t>87.5</a:t>
            </a:r>
            <a:r>
              <a:rPr lang="zh-CN" altLang="en-US" dirty="0"/>
              <a:t>分，价格</a:t>
            </a:r>
            <a:r>
              <a:rPr lang="en-US" altLang="zh-CN" dirty="0"/>
              <a:t>20</a:t>
            </a:r>
            <a:r>
              <a:rPr lang="zh-CN" altLang="en-US" dirty="0"/>
              <a:t>美元</a:t>
            </a:r>
            <a:endParaRPr lang="zh-CN" altLang="en-US" dirty="0"/>
          </a:p>
          <a:p>
            <a:pPr marL="342900" indent="-342900">
              <a:buFont typeface="+mj-ea"/>
              <a:buAutoNum type="circleNumDbPlain"/>
            </a:pPr>
            <a:r>
              <a:rPr lang="en-US" altLang="zh-CN" dirty="0" err="1"/>
              <a:t>Hexplot</a:t>
            </a:r>
            <a:r>
              <a:rPr lang="zh-CN" altLang="en-US" dirty="0"/>
              <a:t>和散点图可以应用于区间变量和有序分类变量的组合。</a:t>
            </a:r>
            <a:endParaRPr lang="zh-CN" altLang="en-US" dirty="0"/>
          </a:p>
          <a:p>
            <a:endParaRPr lang="zh-CN" altLang="en-US" dirty="0"/>
          </a:p>
          <a:p>
            <a:endParaRPr lang="zh-CN" alt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en-US" altLang="zh-CN" dirty="0"/>
              <a:t>3</a:t>
            </a:r>
            <a:r>
              <a:rPr lang="zh-CN" altLang="en-US" dirty="0"/>
              <a:t> </a:t>
            </a:r>
            <a:r>
              <a:rPr lang="en-GB" altLang="zh-CN" dirty="0"/>
              <a:t>Pandas </a:t>
            </a:r>
            <a:r>
              <a:rPr lang="zh-CN" altLang="en-US" dirty="0"/>
              <a:t>双变量可视化</a:t>
            </a:r>
            <a:endParaRPr lang="en-US" altLang="zh-CN" dirty="0"/>
          </a:p>
        </p:txBody>
      </p:sp>
      <p:sp>
        <p:nvSpPr>
          <p:cNvPr id="4" name="文本占位符 3"/>
          <p:cNvSpPr>
            <a:spLocks noGrp="1"/>
          </p:cNvSpPr>
          <p:nvPr>
            <p:ph type="body" sz="quarter" idx="10"/>
          </p:nvPr>
        </p:nvSpPr>
        <p:spPr/>
        <p:txBody>
          <a:bodyPr/>
          <a:lstStyle/>
          <a:p>
            <a:r>
              <a:rPr lang="en-US" altLang="zh-CN" dirty="0"/>
              <a:t>3.4</a:t>
            </a:r>
            <a:r>
              <a:rPr lang="zh-CN" altLang="en-US" dirty="0"/>
              <a:t> 堆叠图（</a:t>
            </a:r>
            <a:r>
              <a:rPr lang="en-GB" altLang="zh-CN" dirty="0"/>
              <a:t>Stacked plots</a:t>
            </a:r>
            <a:r>
              <a:rPr lang="zh-CN" altLang="en-GB" dirty="0"/>
              <a:t>）</a:t>
            </a:r>
            <a:endParaRPr lang="zh-CN" altLang="en-GB" dirty="0"/>
          </a:p>
        </p:txBody>
      </p:sp>
      <p:sp>
        <p:nvSpPr>
          <p:cNvPr id="5" name="文本占位符 4"/>
          <p:cNvSpPr>
            <a:spLocks noGrp="1"/>
          </p:cNvSpPr>
          <p:nvPr>
            <p:ph type="body" sz="quarter" idx="11"/>
          </p:nvPr>
        </p:nvSpPr>
        <p:spPr>
          <a:xfrm>
            <a:off x="710565" y="1656080"/>
            <a:ext cx="10699115" cy="5533390"/>
          </a:xfrm>
        </p:spPr>
        <p:txBody>
          <a:bodyPr/>
          <a:lstStyle/>
          <a:p>
            <a:pPr marL="285750" indent="-285750">
              <a:buFont typeface="Wingdings" panose="05000000000000000000" pitchFamily="2" charset="2"/>
              <a:buChar char="u"/>
            </a:pPr>
            <a:r>
              <a:rPr lang="zh-CN" altLang="en-US" dirty="0"/>
              <a:t>展示两个变量，除了使用散点图，也可以使用堆叠图</a:t>
            </a:r>
            <a:endParaRPr lang="zh-CN" altLang="en-US" dirty="0"/>
          </a:p>
          <a:p>
            <a:pPr marL="285750" indent="-285750">
              <a:buFont typeface="Wingdings" panose="05000000000000000000" pitchFamily="2" charset="2"/>
              <a:buChar char="u"/>
            </a:pPr>
            <a:r>
              <a:rPr lang="zh-CN" altLang="en-US" dirty="0"/>
              <a:t>堆叠图是将一个变量绘制在另一个变量顶部的图表</a:t>
            </a:r>
            <a:endParaRPr lang="zh-CN" altLang="en-US" dirty="0"/>
          </a:p>
          <a:p>
            <a:pPr marL="285750" indent="-285750">
              <a:buFont typeface="Wingdings" panose="05000000000000000000" pitchFamily="2" charset="2"/>
              <a:buChar char="u"/>
            </a:pPr>
            <a:r>
              <a:rPr lang="zh-CN" altLang="en-US" dirty="0"/>
              <a:t>接下来通过堆叠图来展示最常见的五种葡萄酒</a:t>
            </a:r>
            <a:endParaRPr lang="zh-CN" altLang="en-US" dirty="0"/>
          </a:p>
          <a:p>
            <a:r>
              <a:rPr lang="en-US" altLang="zh-CN" dirty="0"/>
              <a:t># </a:t>
            </a:r>
            <a:r>
              <a:rPr lang="zh-CN" altLang="en-US" dirty="0"/>
              <a:t>将葡萄酒种类分组，找到最常见的五种葡萄酒</a:t>
            </a:r>
            <a:endParaRPr lang="zh-CN" altLang="en-US" dirty="0"/>
          </a:p>
          <a:p>
            <a:r>
              <a:rPr lang="en-GB" altLang="zh-CN" dirty="0" err="1"/>
              <a:t>reviews.groupby</a:t>
            </a:r>
            <a:r>
              <a:rPr lang="en-GB" altLang="zh-CN" dirty="0"/>
              <a:t>(['variety'])['country'].count().</a:t>
            </a:r>
            <a:r>
              <a:rPr lang="en-GB" altLang="zh-CN" dirty="0" err="1"/>
              <a:t>sort_values</a:t>
            </a:r>
            <a:r>
              <a:rPr lang="en-GB" altLang="zh-CN" dirty="0"/>
              <a:t>(ascending = False)</a:t>
            </a:r>
            <a:endParaRPr lang="en-GB" altLang="zh-CN" dirty="0"/>
          </a:p>
          <a:p>
            <a:pPr marL="285750" indent="-285750">
              <a:buFont typeface="Wingdings" panose="05000000000000000000" pitchFamily="2" charset="2"/>
              <a:buChar char="Ø"/>
            </a:pPr>
            <a:r>
              <a:rPr lang="zh-CN" altLang="en-US" dirty="0"/>
              <a:t>从结果中看出，最受欢迎的葡萄酒是，</a:t>
            </a:r>
            <a:r>
              <a:rPr lang="en-GB" altLang="zh-CN" dirty="0"/>
              <a:t>Chardonnay</a:t>
            </a:r>
            <a:r>
              <a:rPr lang="zh-CN" altLang="en-GB" dirty="0"/>
              <a:t>（</a:t>
            </a:r>
            <a:r>
              <a:rPr lang="zh-CN" altLang="en-US" dirty="0"/>
              <a:t>霞多丽白葡萄酒），</a:t>
            </a:r>
            <a:r>
              <a:rPr lang="en-GB" altLang="zh-CN" dirty="0"/>
              <a:t>Pinot Noir</a:t>
            </a:r>
            <a:r>
              <a:rPr lang="zh-CN" altLang="en-GB" dirty="0"/>
              <a:t>（</a:t>
            </a:r>
            <a:r>
              <a:rPr lang="zh-CN" altLang="en-US" dirty="0"/>
              <a:t>黑皮诺），</a:t>
            </a:r>
            <a:r>
              <a:rPr lang="en-GB" altLang="zh-CN" dirty="0"/>
              <a:t>Cabernet Sauvignon</a:t>
            </a:r>
            <a:r>
              <a:rPr lang="zh-CN" altLang="en-GB" dirty="0"/>
              <a:t>（</a:t>
            </a:r>
            <a:r>
              <a:rPr lang="zh-CN" altLang="en-US" dirty="0"/>
              <a:t>赤霞珠），</a:t>
            </a:r>
            <a:r>
              <a:rPr lang="en-GB" altLang="zh-CN" dirty="0"/>
              <a:t>Red Blend</a:t>
            </a:r>
            <a:r>
              <a:rPr lang="zh-CN" altLang="en-GB" dirty="0"/>
              <a:t>（</a:t>
            </a:r>
            <a:r>
              <a:rPr lang="zh-CN" altLang="en-US" dirty="0"/>
              <a:t>混酿红葡萄酒） ，</a:t>
            </a:r>
            <a:r>
              <a:rPr lang="en-GB" altLang="zh-CN" dirty="0"/>
              <a:t>Bordeaux-style Red Blend </a:t>
            </a:r>
            <a:r>
              <a:rPr lang="zh-CN" altLang="en-GB" dirty="0"/>
              <a:t>（</a:t>
            </a:r>
            <a:r>
              <a:rPr lang="zh-CN" altLang="en-US" dirty="0"/>
              <a:t>波尔多风格混合红酒）</a:t>
            </a:r>
            <a:endParaRPr lang="zh-CN" altLang="en-US" dirty="0"/>
          </a:p>
          <a:p>
            <a:endParaRPr lang="zh-CN" altLang="en-US" dirty="0"/>
          </a:p>
        </p:txBody>
      </p:sp>
      <p:pic>
        <p:nvPicPr>
          <p:cNvPr id="2" name="图片 1"/>
          <p:cNvPicPr>
            <a:picLocks noChangeAspect="1"/>
          </p:cNvPicPr>
          <p:nvPr/>
        </p:nvPicPr>
        <p:blipFill>
          <a:blip r:embed="rId1"/>
          <a:stretch>
            <a:fillRect/>
          </a:stretch>
        </p:blipFill>
        <p:spPr>
          <a:xfrm>
            <a:off x="1002665" y="4573905"/>
            <a:ext cx="4432300" cy="2050415"/>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en-US" altLang="zh-CN" dirty="0"/>
              <a:t>3</a:t>
            </a:r>
            <a:r>
              <a:rPr lang="zh-CN" altLang="en-US" dirty="0"/>
              <a:t> </a:t>
            </a:r>
            <a:r>
              <a:rPr lang="en-GB" altLang="zh-CN" dirty="0"/>
              <a:t>Pandas </a:t>
            </a:r>
            <a:r>
              <a:rPr lang="zh-CN" altLang="en-US" dirty="0"/>
              <a:t>双变量可视化</a:t>
            </a:r>
            <a:endParaRPr lang="en-US" altLang="zh-CN" dirty="0"/>
          </a:p>
        </p:txBody>
      </p:sp>
      <p:sp>
        <p:nvSpPr>
          <p:cNvPr id="4" name="文本占位符 3"/>
          <p:cNvSpPr>
            <a:spLocks noGrp="1"/>
          </p:cNvSpPr>
          <p:nvPr>
            <p:ph type="body" sz="quarter" idx="10"/>
          </p:nvPr>
        </p:nvSpPr>
        <p:spPr/>
        <p:txBody>
          <a:bodyPr/>
          <a:lstStyle/>
          <a:p>
            <a:r>
              <a:rPr lang="en-US" altLang="zh-CN" dirty="0"/>
              <a:t>3.4</a:t>
            </a:r>
            <a:r>
              <a:rPr lang="zh-CN" altLang="en-US" dirty="0"/>
              <a:t> 堆叠图（</a:t>
            </a:r>
            <a:r>
              <a:rPr lang="en-GB" altLang="zh-CN" dirty="0"/>
              <a:t>Stacked plots</a:t>
            </a:r>
            <a:r>
              <a:rPr lang="zh-CN" altLang="en-GB" dirty="0"/>
              <a:t>）</a:t>
            </a:r>
            <a:endParaRPr lang="zh-CN" altLang="en-GB" dirty="0"/>
          </a:p>
        </p:txBody>
      </p:sp>
      <p:sp>
        <p:nvSpPr>
          <p:cNvPr id="5" name="文本占位符 4"/>
          <p:cNvSpPr>
            <a:spLocks noGrp="1"/>
          </p:cNvSpPr>
          <p:nvPr>
            <p:ph type="body" sz="quarter" idx="11"/>
          </p:nvPr>
        </p:nvSpPr>
        <p:spPr>
          <a:xfrm>
            <a:off x="710880" y="1656000"/>
            <a:ext cx="10698800" cy="4219575"/>
          </a:xfrm>
        </p:spPr>
        <p:txBody>
          <a:bodyPr/>
          <a:lstStyle/>
          <a:p>
            <a:pPr marL="285750" indent="-285750">
              <a:buFont typeface="Wingdings" panose="05000000000000000000" pitchFamily="2" charset="2"/>
              <a:buChar char="u"/>
            </a:pPr>
            <a:r>
              <a:rPr lang="zh-CN" altLang="en-US" dirty="0"/>
              <a:t>从数据中取出最常见的五种葡萄酒</a:t>
            </a:r>
            <a:endParaRPr lang="en-US" altLang="zh-CN" dirty="0"/>
          </a:p>
          <a:p>
            <a:r>
              <a:rPr lang="en-GB" altLang="zh-CN" dirty="0"/>
              <a:t>top_5_wine = reviews[</a:t>
            </a:r>
            <a:r>
              <a:rPr lang="en-GB" altLang="zh-CN" dirty="0" err="1"/>
              <a:t>reviews.variety.isin</a:t>
            </a:r>
            <a:r>
              <a:rPr lang="en-GB" altLang="zh-CN" dirty="0"/>
              <a:t>([‘</a:t>
            </a:r>
            <a:r>
              <a:rPr lang="en-GB" altLang="zh-CN" dirty="0" err="1"/>
              <a:t>Chardonnay’,‘Pinot</a:t>
            </a:r>
            <a:r>
              <a:rPr lang="en-GB" altLang="zh-CN" dirty="0"/>
              <a:t> </a:t>
            </a:r>
            <a:r>
              <a:rPr lang="en-GB" altLang="zh-CN" dirty="0" err="1"/>
              <a:t>Noir’,‘Cabernet</a:t>
            </a:r>
            <a:r>
              <a:rPr lang="en-GB" altLang="zh-CN" dirty="0"/>
              <a:t> </a:t>
            </a:r>
            <a:r>
              <a:rPr lang="en-GB" altLang="zh-CN" dirty="0" err="1"/>
              <a:t>Sauvignon’,‘Red</a:t>
            </a:r>
            <a:r>
              <a:rPr lang="en-GB" altLang="zh-CN" dirty="0"/>
              <a:t> </a:t>
            </a:r>
            <a:r>
              <a:rPr lang="en-GB" altLang="zh-CN" dirty="0" err="1"/>
              <a:t>Blend’,‘Bordeaux</a:t>
            </a:r>
            <a:r>
              <a:rPr lang="en-GB" altLang="zh-CN" dirty="0"/>
              <a:t>-style Red Blend</a:t>
            </a:r>
            <a:r>
              <a:rPr lang="en-US" altLang="zh-CN" dirty="0"/>
              <a:t>'</a:t>
            </a:r>
            <a:r>
              <a:rPr lang="en-GB" altLang="zh-CN" dirty="0"/>
              <a:t>])]</a:t>
            </a:r>
            <a:endParaRPr lang="en-GB" altLang="zh-CN" dirty="0"/>
          </a:p>
          <a:p>
            <a:pPr marL="285750" indent="-285750">
              <a:buFont typeface="Wingdings" panose="05000000000000000000" pitchFamily="2" charset="2"/>
              <a:buChar char="u"/>
            </a:pPr>
            <a:r>
              <a:rPr lang="zh-CN" altLang="en-US" dirty="0"/>
              <a:t>通过透视表找到每种葡萄酒中，不同评分的数量</a:t>
            </a:r>
            <a:endParaRPr lang="en-US" altLang="zh-CN" dirty="0"/>
          </a:p>
          <a:p>
            <a:r>
              <a:rPr lang="en-US" altLang="zh-CN" dirty="0"/>
              <a:t># </a:t>
            </a:r>
            <a:r>
              <a:rPr lang="zh-CN" altLang="en-US" dirty="0"/>
              <a:t>透视表计数</a:t>
            </a:r>
            <a:endParaRPr lang="zh-CN" altLang="en-US" dirty="0"/>
          </a:p>
          <a:p>
            <a:r>
              <a:rPr lang="en-GB" altLang="zh-CN" dirty="0" err="1"/>
              <a:t>wine_counts</a:t>
            </a:r>
            <a:r>
              <a:rPr lang="en-GB" altLang="zh-CN" dirty="0"/>
              <a:t> = top_5_wine.pivot_table(index = ['points'],columns =['variety'],values='country',</a:t>
            </a:r>
            <a:r>
              <a:rPr lang="en-GB" altLang="zh-CN" dirty="0" err="1"/>
              <a:t>aggfunc</a:t>
            </a:r>
            <a:r>
              <a:rPr lang="en-GB" altLang="zh-CN" dirty="0"/>
              <a:t>='count')</a:t>
            </a:r>
            <a:endParaRPr lang="en-GB" altLang="zh-CN" dirty="0"/>
          </a:p>
          <a:p>
            <a:r>
              <a:rPr lang="en-GB" altLang="zh-CN" dirty="0"/>
              <a:t># </a:t>
            </a:r>
            <a:r>
              <a:rPr lang="zh-CN" altLang="en-US" dirty="0"/>
              <a:t>修改列名</a:t>
            </a:r>
            <a:endParaRPr lang="zh-CN" altLang="en-US" dirty="0"/>
          </a:p>
          <a:p>
            <a:r>
              <a:rPr lang="en-GB" altLang="zh-CN" dirty="0" err="1"/>
              <a:t>wine_counts.columns</a:t>
            </a:r>
            <a:r>
              <a:rPr lang="en-GB" altLang="zh-CN" dirty="0"/>
              <a:t> = ['Bordeaux-style Red </a:t>
            </a:r>
            <a:r>
              <a:rPr lang="en-GB" altLang="zh-CN" dirty="0" err="1"/>
              <a:t>Blend','Cabernet</a:t>
            </a:r>
            <a:r>
              <a:rPr lang="en-GB" altLang="zh-CN" dirty="0"/>
              <a:t> </a:t>
            </a:r>
            <a:r>
              <a:rPr lang="en-GB" altLang="zh-CN" dirty="0" err="1"/>
              <a:t>Sauvignon','Chardonnay','Pinot</a:t>
            </a:r>
            <a:r>
              <a:rPr lang="en-GB" altLang="zh-CN" dirty="0"/>
              <a:t> </a:t>
            </a:r>
            <a:r>
              <a:rPr lang="en-GB" altLang="zh-CN" dirty="0" err="1"/>
              <a:t>Noir','Red</a:t>
            </a:r>
            <a:r>
              <a:rPr lang="en-GB" altLang="zh-CN" dirty="0"/>
              <a:t> Blend']</a:t>
            </a:r>
            <a:endParaRPr lang="en-GB" altLang="zh-CN" dirty="0"/>
          </a:p>
          <a:p>
            <a:r>
              <a:rPr lang="en-GB" altLang="zh-CN" dirty="0" err="1"/>
              <a:t>wine_counts</a:t>
            </a:r>
            <a:endParaRPr lang="zh-CN" altLang="en-US" dirty="0"/>
          </a:p>
          <a:p>
            <a:endParaRPr lang="en-GB" altLang="zh-CN" dirty="0"/>
          </a:p>
          <a:p>
            <a:endParaRPr lang="zh-CN" altLang="en-US" dirty="0"/>
          </a:p>
          <a:p>
            <a:endParaRPr lang="zh-CN" altLang="en-US" dirty="0"/>
          </a:p>
        </p:txBody>
      </p:sp>
      <p:sp>
        <p:nvSpPr>
          <p:cNvPr id="2" name="文本框 1"/>
          <p:cNvSpPr txBox="1"/>
          <p:nvPr/>
        </p:nvSpPr>
        <p:spPr>
          <a:xfrm>
            <a:off x="2062480" y="1168400"/>
            <a:ext cx="184731" cy="253916"/>
          </a:xfrm>
          <a:prstGeom prst="rect">
            <a:avLst/>
          </a:prstGeom>
          <a:noFill/>
        </p:spPr>
        <p:txBody>
          <a:bodyPr wrap="none" rtlCol="0">
            <a:spAutoFit/>
          </a:bodyPr>
          <a:lstStyle/>
          <a:p>
            <a:pPr fontAlgn="auto">
              <a:spcBef>
                <a:spcPts val="0"/>
              </a:spcBef>
              <a:spcAft>
                <a:spcPts val="0"/>
              </a:spcAft>
            </a:pPr>
            <a:endParaRPr kumimoji="1" lang="zh-CN" altLang="en-US" sz="1050" dirty="0">
              <a:solidFill>
                <a:schemeClr val="tx1">
                  <a:lumMod val="65000"/>
                  <a:lumOff val="35000"/>
                </a:schemeClr>
              </a:solidFill>
              <a:latin typeface="+mn-lt"/>
              <a:ea typeface="+mn-ea"/>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en-US" altLang="zh-CN" dirty="0"/>
              <a:t>3</a:t>
            </a:r>
            <a:r>
              <a:rPr lang="zh-CN" altLang="en-US" dirty="0"/>
              <a:t> </a:t>
            </a:r>
            <a:r>
              <a:rPr lang="en-GB" altLang="zh-CN" dirty="0"/>
              <a:t>Pandas </a:t>
            </a:r>
            <a:r>
              <a:rPr lang="zh-CN" altLang="en-US" dirty="0"/>
              <a:t>双变量可视化</a:t>
            </a:r>
            <a:endParaRPr lang="en-US" altLang="zh-CN" dirty="0"/>
          </a:p>
        </p:txBody>
      </p:sp>
      <p:sp>
        <p:nvSpPr>
          <p:cNvPr id="4" name="文本占位符 3"/>
          <p:cNvSpPr>
            <a:spLocks noGrp="1"/>
          </p:cNvSpPr>
          <p:nvPr>
            <p:ph type="body" sz="quarter" idx="10"/>
          </p:nvPr>
        </p:nvSpPr>
        <p:spPr/>
        <p:txBody>
          <a:bodyPr/>
          <a:lstStyle/>
          <a:p>
            <a:r>
              <a:rPr lang="en-US" altLang="zh-CN" dirty="0"/>
              <a:t>3.4</a:t>
            </a:r>
            <a:r>
              <a:rPr lang="zh-CN" altLang="en-US" dirty="0"/>
              <a:t> 堆叠图（</a:t>
            </a:r>
            <a:r>
              <a:rPr lang="en-GB" altLang="zh-CN" dirty="0"/>
              <a:t>Stacked plots</a:t>
            </a:r>
            <a:r>
              <a:rPr lang="zh-CN" altLang="en-GB" dirty="0"/>
              <a:t>）</a:t>
            </a:r>
            <a:endParaRPr lang="zh-CN" altLang="en-GB" dirty="0"/>
          </a:p>
        </p:txBody>
      </p:sp>
      <p:sp>
        <p:nvSpPr>
          <p:cNvPr id="5" name="文本占位符 4"/>
          <p:cNvSpPr>
            <a:spLocks noGrp="1"/>
          </p:cNvSpPr>
          <p:nvPr>
            <p:ph type="body" sz="quarter" idx="11"/>
          </p:nvPr>
        </p:nvSpPr>
        <p:spPr>
          <a:xfrm>
            <a:off x="710565" y="1656080"/>
            <a:ext cx="11103610" cy="5260975"/>
          </a:xfrm>
        </p:spPr>
        <p:txBody>
          <a:bodyPr/>
          <a:lstStyle/>
          <a:p>
            <a:pPr marL="285750" indent="-285750">
              <a:buFont typeface="Wingdings" panose="05000000000000000000" pitchFamily="2" charset="2"/>
              <a:buChar char="u"/>
            </a:pPr>
            <a:r>
              <a:rPr lang="zh-CN" altLang="en-US" dirty="0"/>
              <a:t>从上面的数据中看出，行列分别表示一个类别变量（评分，葡萄酒类别），</a:t>
            </a:r>
            <a:endParaRPr lang="zh-CN" altLang="en-US" dirty="0"/>
          </a:p>
          <a:p>
            <a:pPr>
              <a:buFont typeface="Wingdings" panose="05000000000000000000" pitchFamily="2" charset="2"/>
            </a:pPr>
            <a:r>
              <a:rPr lang="zh-CN" altLang="en-US" dirty="0"/>
              <a:t>行列交叉点表示计数，这类数据很适合用堆叠图展示</a:t>
            </a:r>
            <a:endParaRPr lang="en-US" altLang="zh-CN" dirty="0"/>
          </a:p>
          <a:p>
            <a:r>
              <a:rPr lang="en-GB" altLang="zh-CN" dirty="0" err="1"/>
              <a:t>wine_counts.plot.bar</a:t>
            </a:r>
            <a:r>
              <a:rPr lang="en-GB" altLang="zh-CN" dirty="0"/>
              <a:t>(stacked=True)</a:t>
            </a:r>
            <a:endParaRPr lang="en-GB" altLang="zh-CN" dirty="0"/>
          </a:p>
          <a:p>
            <a:pPr marL="285750" indent="-285750">
              <a:buFont typeface="Wingdings" panose="05000000000000000000" pitchFamily="2" charset="2"/>
              <a:buChar char="u"/>
            </a:pPr>
            <a:r>
              <a:rPr lang="zh-CN" altLang="en-US" dirty="0"/>
              <a:t>上图为堆积柱状图，适合展示少量类别的分类数据</a:t>
            </a:r>
            <a:endParaRPr lang="zh-CN" altLang="en-US" dirty="0"/>
          </a:p>
          <a:p>
            <a:pPr marL="285750" indent="-285750">
              <a:buFont typeface="Wingdings" panose="05000000000000000000" pitchFamily="2" charset="2"/>
              <a:buChar char="u"/>
            </a:pPr>
            <a:r>
              <a:rPr lang="zh-CN" altLang="en-US" dirty="0"/>
              <a:t>面积堆积图：</a:t>
            </a:r>
            <a:r>
              <a:rPr lang="en-GB" altLang="zh-CN" dirty="0" err="1"/>
              <a:t>wine_counts.plot.area</a:t>
            </a:r>
            <a:r>
              <a:rPr lang="en-GB" altLang="zh-CN" dirty="0"/>
              <a:t>()</a:t>
            </a:r>
            <a:endParaRPr lang="en-GB" altLang="zh-CN" dirty="0"/>
          </a:p>
          <a:p>
            <a:pPr marL="285750" indent="-285750">
              <a:buFont typeface="Wingdings" panose="05000000000000000000" pitchFamily="2" charset="2"/>
              <a:buChar char="u"/>
            </a:pPr>
            <a:r>
              <a:rPr lang="zh-CN" altLang="en-US" dirty="0"/>
              <a:t>面积堆积图的使用限制：</a:t>
            </a:r>
            <a:endParaRPr lang="zh-CN" altLang="en-US" dirty="0"/>
          </a:p>
          <a:p>
            <a:r>
              <a:rPr lang="zh-CN" altLang="en-US" b="0" dirty="0"/>
              <a:t>① 种类较多的数据不适合用堆积图，图中显示的数据有五个种类，比较合适，一般不要超过</a:t>
            </a:r>
            <a:r>
              <a:rPr lang="en-US" altLang="zh-CN" b="0" dirty="0"/>
              <a:t>8</a:t>
            </a:r>
            <a:r>
              <a:rPr lang="zh-CN" altLang="en-US" b="0" dirty="0"/>
              <a:t>个种类</a:t>
            </a:r>
            <a:endParaRPr lang="zh-CN" altLang="en-US" b="0" dirty="0"/>
          </a:p>
          <a:p>
            <a:r>
              <a:rPr lang="zh-CN" altLang="en-US" b="0" dirty="0"/>
              <a:t>② 堆积图的可解释性（读图）较差</a:t>
            </a:r>
            <a:endParaRPr lang="zh-CN" altLang="en-US" b="0" dirty="0"/>
          </a:p>
          <a:p>
            <a:endParaRPr lang="zh-CN" altLang="en-US" dirty="0"/>
          </a:p>
          <a:p>
            <a:endParaRPr lang="zh-CN" altLang="en-US" dirty="0"/>
          </a:p>
          <a:p>
            <a:endParaRPr lang="zh-CN" altLang="en-US" dirty="0"/>
          </a:p>
        </p:txBody>
      </p:sp>
      <p:sp>
        <p:nvSpPr>
          <p:cNvPr id="2" name="文本框 1"/>
          <p:cNvSpPr txBox="1"/>
          <p:nvPr/>
        </p:nvSpPr>
        <p:spPr>
          <a:xfrm>
            <a:off x="2062480" y="1168400"/>
            <a:ext cx="184731" cy="253916"/>
          </a:xfrm>
          <a:prstGeom prst="rect">
            <a:avLst/>
          </a:prstGeom>
          <a:noFill/>
        </p:spPr>
        <p:txBody>
          <a:bodyPr wrap="none" rtlCol="0">
            <a:spAutoFit/>
          </a:bodyPr>
          <a:lstStyle/>
          <a:p>
            <a:pPr fontAlgn="auto">
              <a:spcBef>
                <a:spcPts val="0"/>
              </a:spcBef>
              <a:spcAft>
                <a:spcPts val="0"/>
              </a:spcAft>
            </a:pPr>
            <a:endParaRPr kumimoji="1" lang="zh-CN" altLang="en-US" sz="1050" dirty="0">
              <a:solidFill>
                <a:schemeClr val="tx1">
                  <a:lumMod val="65000"/>
                  <a:lumOff val="35000"/>
                </a:schemeClr>
              </a:solidFill>
              <a:latin typeface="+mn-lt"/>
              <a:ea typeface="+mn-ea"/>
            </a:endParaRPr>
          </a:p>
        </p:txBody>
      </p:sp>
      <p:pic>
        <p:nvPicPr>
          <p:cNvPr id="6" name="图片 5"/>
          <p:cNvPicPr>
            <a:picLocks noChangeAspect="1"/>
          </p:cNvPicPr>
          <p:nvPr/>
        </p:nvPicPr>
        <p:blipFill>
          <a:blip r:embed="rId1"/>
          <a:stretch>
            <a:fillRect/>
          </a:stretch>
        </p:blipFill>
        <p:spPr>
          <a:xfrm>
            <a:off x="7759700" y="1712595"/>
            <a:ext cx="4165600" cy="2405380"/>
          </a:xfrm>
          <a:prstGeom prst="rect">
            <a:avLst/>
          </a:prstGeom>
        </p:spPr>
      </p:pic>
      <p:pic>
        <p:nvPicPr>
          <p:cNvPr id="7" name="图片 6"/>
          <p:cNvPicPr>
            <a:picLocks noChangeAspect="1"/>
          </p:cNvPicPr>
          <p:nvPr/>
        </p:nvPicPr>
        <p:blipFill>
          <a:blip r:embed="rId2"/>
          <a:stretch>
            <a:fillRect/>
          </a:stretch>
        </p:blipFill>
        <p:spPr>
          <a:xfrm>
            <a:off x="7797800" y="4547235"/>
            <a:ext cx="4088765" cy="22225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en-US" altLang="zh-CN" dirty="0"/>
              <a:t>3</a:t>
            </a:r>
            <a:r>
              <a:rPr lang="zh-CN" altLang="en-US" dirty="0"/>
              <a:t> </a:t>
            </a:r>
            <a:r>
              <a:rPr lang="en-GB" altLang="zh-CN" dirty="0"/>
              <a:t>Pandas </a:t>
            </a:r>
            <a:r>
              <a:rPr lang="zh-CN" altLang="en-US" dirty="0"/>
              <a:t>双变量可视化</a:t>
            </a:r>
            <a:endParaRPr lang="en-US" altLang="zh-CN" dirty="0"/>
          </a:p>
        </p:txBody>
      </p:sp>
      <p:sp>
        <p:nvSpPr>
          <p:cNvPr id="4" name="文本占位符 3"/>
          <p:cNvSpPr>
            <a:spLocks noGrp="1"/>
          </p:cNvSpPr>
          <p:nvPr>
            <p:ph type="body" sz="quarter" idx="10"/>
          </p:nvPr>
        </p:nvSpPr>
        <p:spPr/>
        <p:txBody>
          <a:bodyPr/>
          <a:lstStyle/>
          <a:p>
            <a:r>
              <a:rPr lang="en-US" altLang="zh-CN" dirty="0"/>
              <a:t>3.5 </a:t>
            </a:r>
            <a:r>
              <a:rPr lang="zh-CN" altLang="en-US" dirty="0"/>
              <a:t>折线图</a:t>
            </a:r>
            <a:endParaRPr lang="zh-CN" altLang="en-GB" dirty="0"/>
          </a:p>
        </p:txBody>
      </p:sp>
      <p:sp>
        <p:nvSpPr>
          <p:cNvPr id="5" name="文本占位符 4"/>
          <p:cNvSpPr>
            <a:spLocks noGrp="1"/>
          </p:cNvSpPr>
          <p:nvPr>
            <p:ph type="body" sz="quarter" idx="11"/>
          </p:nvPr>
        </p:nvSpPr>
        <p:spPr>
          <a:xfrm>
            <a:off x="710565" y="1656080"/>
            <a:ext cx="10699115" cy="4988560"/>
          </a:xfrm>
        </p:spPr>
        <p:txBody>
          <a:bodyPr/>
          <a:lstStyle/>
          <a:p>
            <a:pPr marL="285750" indent="-285750">
              <a:buFont typeface="Wingdings" panose="05000000000000000000" pitchFamily="2" charset="2"/>
              <a:buChar char="u"/>
            </a:pPr>
            <a:r>
              <a:rPr lang="zh-CN" altLang="en-US" dirty="0"/>
              <a:t>折线图在双变量可视化时，仍然非常有效</a:t>
            </a:r>
            <a:endParaRPr lang="en-US" altLang="zh-CN" dirty="0"/>
          </a:p>
          <a:p>
            <a:r>
              <a:rPr lang="en-GB" altLang="zh-CN" dirty="0" err="1"/>
              <a:t>wine_counts.plot.line</a:t>
            </a:r>
            <a:r>
              <a:rPr lang="en-GB" altLang="zh-CN" dirty="0"/>
              <a:t>()</a:t>
            </a:r>
            <a:endParaRPr lang="en-GB" altLang="zh-CN" dirty="0"/>
          </a:p>
          <a:p>
            <a:pPr marL="285750" indent="-285750">
              <a:buFont typeface="Wingdings" panose="05000000000000000000" pitchFamily="2" charset="2"/>
              <a:buChar char="Ø"/>
            </a:pPr>
            <a:r>
              <a:rPr lang="zh-CN" altLang="en-US" dirty="0"/>
              <a:t>从上图看出，折线图的读图更容易，更容易对不同类别做对比</a:t>
            </a:r>
            <a:endParaRPr lang="zh-CN" altLang="en-US" dirty="0"/>
          </a:p>
          <a:p>
            <a:pPr marL="285750" indent="-285750">
              <a:buFont typeface="Wingdings" panose="05000000000000000000" pitchFamily="2" charset="2"/>
              <a:buChar char="Ø"/>
            </a:pPr>
            <a:r>
              <a:rPr lang="zh-CN" altLang="en-US" dirty="0"/>
              <a:t>例如，在</a:t>
            </a:r>
            <a:r>
              <a:rPr lang="en-US" altLang="zh-CN" dirty="0"/>
              <a:t>87</a:t>
            </a:r>
            <a:r>
              <a:rPr lang="zh-CN" altLang="en-US" dirty="0"/>
              <a:t>分的酒中，哪个类别更多？从图中很容易看出，绿色的霞多丽比红色的黑比诺略多</a:t>
            </a:r>
            <a:endParaRPr lang="zh-CN" altLang="en-US" dirty="0"/>
          </a:p>
          <a:p>
            <a:endParaRPr lang="zh-CN" altLang="en-US" dirty="0"/>
          </a:p>
          <a:p>
            <a:endParaRPr lang="zh-CN" altLang="en-US" dirty="0"/>
          </a:p>
        </p:txBody>
      </p:sp>
      <p:sp>
        <p:nvSpPr>
          <p:cNvPr id="2" name="文本框 1"/>
          <p:cNvSpPr txBox="1"/>
          <p:nvPr/>
        </p:nvSpPr>
        <p:spPr>
          <a:xfrm>
            <a:off x="2062480" y="1168400"/>
            <a:ext cx="184731" cy="253916"/>
          </a:xfrm>
          <a:prstGeom prst="rect">
            <a:avLst/>
          </a:prstGeom>
          <a:noFill/>
        </p:spPr>
        <p:txBody>
          <a:bodyPr wrap="none" rtlCol="0">
            <a:spAutoFit/>
          </a:bodyPr>
          <a:lstStyle/>
          <a:p>
            <a:pPr fontAlgn="auto">
              <a:spcBef>
                <a:spcPts val="0"/>
              </a:spcBef>
              <a:spcAft>
                <a:spcPts val="0"/>
              </a:spcAft>
            </a:pPr>
            <a:endParaRPr kumimoji="1" lang="zh-CN" altLang="en-US" sz="1050" dirty="0">
              <a:solidFill>
                <a:schemeClr val="tx1">
                  <a:lumMod val="65000"/>
                  <a:lumOff val="35000"/>
                </a:schemeClr>
              </a:solidFill>
              <a:latin typeface="+mn-lt"/>
              <a:ea typeface="+mn-ea"/>
            </a:endParaRPr>
          </a:p>
        </p:txBody>
      </p:sp>
      <p:pic>
        <p:nvPicPr>
          <p:cNvPr id="6" name="图片 5"/>
          <p:cNvPicPr>
            <a:picLocks noChangeAspect="1"/>
          </p:cNvPicPr>
          <p:nvPr/>
        </p:nvPicPr>
        <p:blipFill>
          <a:blip r:embed="rId1"/>
          <a:stretch>
            <a:fillRect/>
          </a:stretch>
        </p:blipFill>
        <p:spPr>
          <a:xfrm>
            <a:off x="1334770" y="3374390"/>
            <a:ext cx="4699000" cy="32893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type="body" sz="quarter" idx="10"/>
          </p:nvPr>
        </p:nvSpPr>
        <p:spPr/>
        <p:txBody>
          <a:bodyPr/>
          <a:lstStyle/>
          <a:p>
            <a:r>
              <a:rPr lang="en-US" altLang="zh-CN" dirty="0"/>
              <a:t>Pandas</a:t>
            </a:r>
            <a:r>
              <a:rPr lang="zh-CN" altLang="en-US" dirty="0"/>
              <a:t>绘图是对</a:t>
            </a:r>
            <a:r>
              <a:rPr lang="en-US" altLang="zh-CN" dirty="0"/>
              <a:t>Matplotlib</a:t>
            </a:r>
            <a:r>
              <a:rPr lang="zh-CN" altLang="en-US" dirty="0"/>
              <a:t>的封装</a:t>
            </a:r>
            <a:endParaRPr lang="zh-CN" altLang="en-US" dirty="0"/>
          </a:p>
          <a:p>
            <a:r>
              <a:rPr lang="en-US" altLang="zh-CN" dirty="0"/>
              <a:t>Series</a:t>
            </a:r>
            <a:r>
              <a:rPr lang="zh-CN" altLang="en-US" dirty="0"/>
              <a:t>和</a:t>
            </a:r>
            <a:r>
              <a:rPr lang="en-US" altLang="zh-CN" dirty="0"/>
              <a:t>DataFrame </a:t>
            </a:r>
            <a:r>
              <a:rPr lang="zh-CN" altLang="en-US" dirty="0"/>
              <a:t>都有</a:t>
            </a:r>
            <a:r>
              <a:rPr lang="en-US" altLang="zh-CN" dirty="0"/>
              <a:t>plot</a:t>
            </a:r>
            <a:r>
              <a:rPr lang="zh-CN" altLang="en-US" dirty="0"/>
              <a:t>属性，根据不同的图形类型，调用对应的函数</a:t>
            </a:r>
            <a:endParaRPr lang="zh-CN" altLang="en-US" dirty="0"/>
          </a:p>
          <a:p>
            <a:r>
              <a:rPr lang="zh-CN" altLang="en-US" dirty="0"/>
              <a:t>可以通过</a:t>
            </a:r>
            <a:r>
              <a:rPr lang="en-US" altLang="zh-CN" dirty="0"/>
              <a:t>Matplotlib</a:t>
            </a:r>
            <a:r>
              <a:rPr lang="zh-CN" altLang="en-US" dirty="0"/>
              <a:t>控制图片的方法来控制</a:t>
            </a:r>
            <a:r>
              <a:rPr lang="en-US" altLang="zh-CN" dirty="0"/>
              <a:t>Pandas</a:t>
            </a:r>
            <a:r>
              <a:rPr lang="zh-CN" altLang="en-US" dirty="0"/>
              <a:t>绘图的效果</a:t>
            </a:r>
            <a:endParaRPr lang="zh-CN" alt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封面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目录">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学习目标">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章节页版式（一级+二级标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章节页版式（一级标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正文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5_结束页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5187</Words>
  <Application>WPS 演示</Application>
  <PresentationFormat>宽屏</PresentationFormat>
  <Paragraphs>280</Paragraphs>
  <Slides>29</Slides>
  <Notes>0</Notes>
  <HiddenSlides>0</HiddenSlides>
  <MMClips>0</MMClips>
  <ScaleCrop>false</ScaleCrop>
  <HeadingPairs>
    <vt:vector size="6" baseType="variant">
      <vt:variant>
        <vt:lpstr>已用的字体</vt:lpstr>
      </vt:variant>
      <vt:variant>
        <vt:i4>23</vt:i4>
      </vt:variant>
      <vt:variant>
        <vt:lpstr>主题</vt:lpstr>
      </vt:variant>
      <vt:variant>
        <vt:i4>7</vt:i4>
      </vt:variant>
      <vt:variant>
        <vt:lpstr>幻灯片标题</vt:lpstr>
      </vt:variant>
      <vt:variant>
        <vt:i4>29</vt:i4>
      </vt:variant>
    </vt:vector>
  </HeadingPairs>
  <TitlesOfParts>
    <vt:vector size="59" baseType="lpstr">
      <vt:lpstr>Arial</vt:lpstr>
      <vt:lpstr>方正书宋_GBK</vt:lpstr>
      <vt:lpstr>Wingdings</vt:lpstr>
      <vt:lpstr>Calibri</vt:lpstr>
      <vt:lpstr>Helvetica Neue</vt:lpstr>
      <vt:lpstr>黑体</vt:lpstr>
      <vt:lpstr>宋体</vt:lpstr>
      <vt:lpstr>汉仪书宋二KW</vt:lpstr>
      <vt:lpstr>Alibaba PuHuiTi B</vt:lpstr>
      <vt:lpstr>苹方-简</vt:lpstr>
      <vt:lpstr>Alibaba PuHuiTi R</vt:lpstr>
      <vt:lpstr>Segoe UI</vt:lpstr>
      <vt:lpstr>微软雅黑</vt:lpstr>
      <vt:lpstr>Verdana</vt:lpstr>
      <vt:lpstr>阿里巴巴普惠体</vt:lpstr>
      <vt:lpstr>Alibaba PuHuiTi M</vt:lpstr>
      <vt:lpstr>Segoe UI Light</vt:lpstr>
      <vt:lpstr>微软雅黑 Light</vt:lpstr>
      <vt:lpstr>汉仪旗黑</vt:lpstr>
      <vt:lpstr>宋体</vt:lpstr>
      <vt:lpstr>Arial Unicode MS</vt:lpstr>
      <vt:lpstr>等线</vt:lpstr>
      <vt:lpstr>汉仪中等线KW</vt:lpstr>
      <vt:lpstr>封面2</vt:lpstr>
      <vt:lpstr>目录</vt:lpstr>
      <vt:lpstr>学习目标</vt:lpstr>
      <vt:lpstr>章节页版式（一级+二级标题）</vt:lpstr>
      <vt:lpstr>章节页版式（一级标题）</vt:lpstr>
      <vt:lpstr>正文设计方案</vt:lpstr>
      <vt:lpstr>5_结束页设计方案</vt:lpstr>
      <vt:lpstr>Pandas绘图</vt:lpstr>
      <vt:lpstr>PowerPoint 演示文稿</vt:lpstr>
      <vt:lpstr>PowerPoint 演示文稿</vt:lpstr>
      <vt:lpstr>1 Pandas数据可视化简介</vt:lpstr>
      <vt:lpstr>PowerPoint 演示文稿</vt:lpstr>
      <vt:lpstr>2 Pandas 单变量可视化</vt:lpstr>
      <vt:lpstr>2 Pandas 单变量可视化</vt:lpstr>
      <vt:lpstr>2 Pandas 单变量可视化</vt:lpstr>
      <vt:lpstr>2 Pandas 单变量可视化</vt:lpstr>
      <vt:lpstr>2 Pandas 单变量可视化</vt:lpstr>
      <vt:lpstr>2 Pandas 单变量可视化</vt:lpstr>
      <vt:lpstr>2 Pandas 单变量可视化</vt:lpstr>
      <vt:lpstr>2 Pandas 单变量可视化</vt:lpstr>
      <vt:lpstr>2 Pandas 单变量可视化</vt:lpstr>
      <vt:lpstr>2 Pandas 单变量可视化</vt:lpstr>
      <vt:lpstr>2 Pandas 单变量可视化</vt:lpstr>
      <vt:lpstr>PowerPoint 演示文稿</vt:lpstr>
      <vt:lpstr>3 Pandas 双变量可视化</vt:lpstr>
      <vt:lpstr>3 Pandas 双变量可视化</vt:lpstr>
      <vt:lpstr>3 Pandas 双变量可视化</vt:lpstr>
      <vt:lpstr>3 Pandas 双变量可视化</vt:lpstr>
      <vt:lpstr>3 Pandas 双变量可视化</vt:lpstr>
      <vt:lpstr>3 Pandas 双变量可视化</vt:lpstr>
      <vt:lpstr>3 Pandas 双变量可视化</vt:lpstr>
      <vt:lpstr>3 Pandas 双变量可视化</vt:lpstr>
      <vt:lpstr>3 Pandas 双变量可视化</vt:lpstr>
      <vt:lpstr>3 Pandas 双变量可视化</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8802</dc:creator>
  <cp:lastModifiedBy>hanfeihu</cp:lastModifiedBy>
  <cp:revision>352</cp:revision>
  <dcterms:created xsi:type="dcterms:W3CDTF">2021-06-29T08:08:16Z</dcterms:created>
  <dcterms:modified xsi:type="dcterms:W3CDTF">2021-06-29T08:08:16Z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D7D7949418104520BD1C94D8AF634140</vt:lpwstr>
  </property>
  <property fmtid="{D5CDD505-2E9C-101B-9397-08002B2CF9AE}" pid="3" name="KSOProductBuildVer">
    <vt:lpwstr>2052-3.7.0.5929</vt:lpwstr>
  </property>
</Properties>
</file>