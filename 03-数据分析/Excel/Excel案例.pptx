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51" r:id="rId2"/>
    <p:sldMasterId id="2147483665" r:id="rId3"/>
    <p:sldMasterId id="2147483660" r:id="rId4"/>
  </p:sldMasterIdLst>
  <p:notesMasterIdLst>
    <p:notesMasterId r:id="rId24"/>
  </p:notesMasterIdLst>
  <p:handoutMasterIdLst>
    <p:handoutMasterId r:id="rId25"/>
  </p:handoutMasterIdLst>
  <p:sldIdLst>
    <p:sldId id="599" r:id="rId5"/>
    <p:sldId id="761" r:id="rId6"/>
    <p:sldId id="799" r:id="rId7"/>
    <p:sldId id="800" r:id="rId8"/>
    <p:sldId id="804" r:id="rId9"/>
    <p:sldId id="801" r:id="rId10"/>
    <p:sldId id="805" r:id="rId11"/>
    <p:sldId id="806" r:id="rId12"/>
    <p:sldId id="803" r:id="rId13"/>
    <p:sldId id="811" r:id="rId14"/>
    <p:sldId id="808" r:id="rId15"/>
    <p:sldId id="807" r:id="rId16"/>
    <p:sldId id="809" r:id="rId17"/>
    <p:sldId id="810" r:id="rId18"/>
    <p:sldId id="812" r:id="rId19"/>
    <p:sldId id="813" r:id="rId20"/>
    <p:sldId id="814" r:id="rId21"/>
    <p:sldId id="815" r:id="rId22"/>
    <p:sldId id="638" r:id="rId23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rl@itcast.cn" initials="l" lastIdx="2" clrIdx="0"/>
  <p:cmAuthor id="1" name="Microsoft Office User" initials="MOU" lastIdx="1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5FF"/>
    <a:srgbClr val="B3D9FF"/>
    <a:srgbClr val="FF5F49"/>
    <a:srgbClr val="79AFFF"/>
    <a:srgbClr val="EBD9FF"/>
    <a:srgbClr val="FBD5D5"/>
    <a:srgbClr val="17375E"/>
    <a:srgbClr val="EFF7FF"/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0CBEE-523D-4CC5-B8AE-0C98C8F19AD1}" v="649" dt="2020-04-17T07:16:17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32"/>
    <p:restoredTop sz="94368"/>
  </p:normalViewPr>
  <p:slideViewPr>
    <p:cSldViewPr>
      <p:cViewPr varScale="1">
        <p:scale>
          <a:sx n="89" d="100"/>
          <a:sy n="89" d="100"/>
        </p:scale>
        <p:origin x="31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87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ll Circle" userId="cac89230174ef31a" providerId="LiveId" clId="{6EA3F0AD-F27E-45CB-8083-43F1E7CAAD04}"/>
    <pc:docChg chg="undo custSel addSld modSld sldOrd">
      <pc:chgData name="Full Circle" userId="cac89230174ef31a" providerId="LiveId" clId="{6EA3F0AD-F27E-45CB-8083-43F1E7CAAD04}" dt="2020-03-16T14:45:09.508" v="1378"/>
      <pc:docMkLst>
        <pc:docMk/>
      </pc:docMkLst>
      <pc:sldChg chg="delSp modSp ord">
        <pc:chgData name="Full Circle" userId="cac89230174ef31a" providerId="LiveId" clId="{6EA3F0AD-F27E-45CB-8083-43F1E7CAAD04}" dt="2020-03-16T05:48:09.353" v="1041"/>
        <pc:sldMkLst>
          <pc:docMk/>
          <pc:sldMk cId="2719898546" sldId="674"/>
        </pc:sldMkLst>
        <pc:spChg chg="mod">
          <ac:chgData name="Full Circle" userId="cac89230174ef31a" providerId="LiveId" clId="{6EA3F0AD-F27E-45CB-8083-43F1E7CAAD04}" dt="2020-03-16T04:24:35.390" v="12"/>
          <ac:spMkLst>
            <pc:docMk/>
            <pc:sldMk cId="2719898546" sldId="674"/>
            <ac:spMk id="3" creationId="{649CBC90-A5CC-524F-8690-D44C5C31EED8}"/>
          </ac:spMkLst>
        </pc:spChg>
        <pc:spChg chg="mod">
          <ac:chgData name="Full Circle" userId="cac89230174ef31a" providerId="LiveId" clId="{6EA3F0AD-F27E-45CB-8083-43F1E7CAAD04}" dt="2020-03-16T05:12:02.010" v="495"/>
          <ac:spMkLst>
            <pc:docMk/>
            <pc:sldMk cId="2719898546" sldId="674"/>
            <ac:spMk id="5" creationId="{053E3069-EED3-604D-8B9F-F0D6AFFCBED9}"/>
          </ac:spMkLst>
        </pc:spChg>
        <pc:picChg chg="del">
          <ac:chgData name="Full Circle" userId="cac89230174ef31a" providerId="LiveId" clId="{6EA3F0AD-F27E-45CB-8083-43F1E7CAAD04}" dt="2020-03-16T04:24:53.864" v="13"/>
          <ac:picMkLst>
            <pc:docMk/>
            <pc:sldMk cId="2719898546" sldId="674"/>
            <ac:picMk id="7" creationId="{1D211D20-D252-6644-9463-84A5D7ED5BCA}"/>
          </ac:picMkLst>
        </pc:picChg>
      </pc:sldChg>
      <pc:sldChg chg="modSp">
        <pc:chgData name="Full Circle" userId="cac89230174ef31a" providerId="LiveId" clId="{6EA3F0AD-F27E-45CB-8083-43F1E7CAAD04}" dt="2020-03-16T04:24:30.304" v="8" actId="1076"/>
        <pc:sldMkLst>
          <pc:docMk/>
          <pc:sldMk cId="3332547536" sldId="755"/>
        </pc:sldMkLst>
        <pc:spChg chg="mod">
          <ac:chgData name="Full Circle" userId="cac89230174ef31a" providerId="LiveId" clId="{6EA3F0AD-F27E-45CB-8083-43F1E7CAAD04}" dt="2020-03-16T04:24:30.304" v="8" actId="1076"/>
          <ac:spMkLst>
            <pc:docMk/>
            <pc:sldMk cId="3332547536" sldId="755"/>
            <ac:spMk id="4" creationId="{5FECEA19-247B-7348-90F5-B31CE51B5AF5}"/>
          </ac:spMkLst>
        </pc:spChg>
      </pc:sldChg>
      <pc:sldChg chg="addSp delSp modSp add">
        <pc:chgData name="Full Circle" userId="cac89230174ef31a" providerId="LiveId" clId="{6EA3F0AD-F27E-45CB-8083-43F1E7CAAD04}" dt="2020-03-16T05:11:30.172" v="490"/>
        <pc:sldMkLst>
          <pc:docMk/>
          <pc:sldMk cId="1710041246" sldId="799"/>
        </pc:sldMkLst>
        <pc:spChg chg="mod">
          <ac:chgData name="Full Circle" userId="cac89230174ef31a" providerId="LiveId" clId="{6EA3F0AD-F27E-45CB-8083-43F1E7CAAD04}" dt="2020-03-16T04:53:28.289" v="344"/>
          <ac:spMkLst>
            <pc:docMk/>
            <pc:sldMk cId="1710041246" sldId="799"/>
            <ac:spMk id="3" creationId="{649CBC90-A5CC-524F-8690-D44C5C31EED8}"/>
          </ac:spMkLst>
        </pc:spChg>
        <pc:spChg chg="mod">
          <ac:chgData name="Full Circle" userId="cac89230174ef31a" providerId="LiveId" clId="{6EA3F0AD-F27E-45CB-8083-43F1E7CAAD04}" dt="2020-03-16T04:57:06.862" v="479" actId="20577"/>
          <ac:spMkLst>
            <pc:docMk/>
            <pc:sldMk cId="1710041246" sldId="799"/>
            <ac:spMk id="5" creationId="{053E3069-EED3-604D-8B9F-F0D6AFFCBED9}"/>
          </ac:spMkLst>
        </pc:spChg>
        <pc:picChg chg="add mod">
          <ac:chgData name="Full Circle" userId="cac89230174ef31a" providerId="LiveId" clId="{6EA3F0AD-F27E-45CB-8083-43F1E7CAAD04}" dt="2020-03-16T05:09:09.956" v="488" actId="208"/>
          <ac:picMkLst>
            <pc:docMk/>
            <pc:sldMk cId="1710041246" sldId="799"/>
            <ac:picMk id="2" creationId="{7DFB5F94-350D-4D99-8032-38F1E150BFE0}"/>
          </ac:picMkLst>
        </pc:picChg>
        <pc:picChg chg="add del">
          <ac:chgData name="Full Circle" userId="cac89230174ef31a" providerId="LiveId" clId="{6EA3F0AD-F27E-45CB-8083-43F1E7CAAD04}" dt="2020-03-16T05:11:30.172" v="490"/>
          <ac:picMkLst>
            <pc:docMk/>
            <pc:sldMk cId="1710041246" sldId="799"/>
            <ac:picMk id="4" creationId="{9296E71C-F6B4-488C-90FB-D7E8D6597BAF}"/>
          </ac:picMkLst>
        </pc:picChg>
      </pc:sldChg>
      <pc:sldChg chg="addSp modSp add">
        <pc:chgData name="Full Circle" userId="cac89230174ef31a" providerId="LiveId" clId="{6EA3F0AD-F27E-45CB-8083-43F1E7CAAD04}" dt="2020-03-16T05:43:55.488" v="927" actId="20577"/>
        <pc:sldMkLst>
          <pc:docMk/>
          <pc:sldMk cId="1670642844" sldId="800"/>
        </pc:sldMkLst>
        <pc:spChg chg="mod">
          <ac:chgData name="Full Circle" userId="cac89230174ef31a" providerId="LiveId" clId="{6EA3F0AD-F27E-45CB-8083-43F1E7CAAD04}" dt="2020-03-16T05:12:49.285" v="539"/>
          <ac:spMkLst>
            <pc:docMk/>
            <pc:sldMk cId="1670642844" sldId="800"/>
            <ac:spMk id="3" creationId="{649CBC90-A5CC-524F-8690-D44C5C31EED8}"/>
          </ac:spMkLst>
        </pc:spChg>
        <pc:spChg chg="mod">
          <ac:chgData name="Full Circle" userId="cac89230174ef31a" providerId="LiveId" clId="{6EA3F0AD-F27E-45CB-8083-43F1E7CAAD04}" dt="2020-03-16T05:17:30.500" v="637" actId="20577"/>
          <ac:spMkLst>
            <pc:docMk/>
            <pc:sldMk cId="1670642844" sldId="800"/>
            <ac:spMk id="5" creationId="{053E3069-EED3-604D-8B9F-F0D6AFFCBED9}"/>
          </ac:spMkLst>
        </pc:spChg>
        <pc:spChg chg="add mod">
          <ac:chgData name="Full Circle" userId="cac89230174ef31a" providerId="LiveId" clId="{6EA3F0AD-F27E-45CB-8083-43F1E7CAAD04}" dt="2020-03-16T05:19:35.467" v="663"/>
          <ac:spMkLst>
            <pc:docMk/>
            <pc:sldMk cId="1670642844" sldId="800"/>
            <ac:spMk id="6" creationId="{C6C101F0-157D-4627-92F8-A2696E7C1C5E}"/>
          </ac:spMkLst>
        </pc:spChg>
        <pc:spChg chg="add mod">
          <ac:chgData name="Full Circle" userId="cac89230174ef31a" providerId="LiveId" clId="{6EA3F0AD-F27E-45CB-8083-43F1E7CAAD04}" dt="2020-03-16T05:41:58.775" v="915"/>
          <ac:spMkLst>
            <pc:docMk/>
            <pc:sldMk cId="1670642844" sldId="800"/>
            <ac:spMk id="7" creationId="{72C590F0-CE24-43CF-A91F-84D5BD762639}"/>
          </ac:spMkLst>
        </pc:spChg>
        <pc:spChg chg="mod">
          <ac:chgData name="Full Circle" userId="cac89230174ef31a" providerId="LiveId" clId="{6EA3F0AD-F27E-45CB-8083-43F1E7CAAD04}" dt="2020-03-16T05:43:55.488" v="927" actId="20577"/>
          <ac:spMkLst>
            <pc:docMk/>
            <pc:sldMk cId="1670642844" sldId="800"/>
            <ac:spMk id="9217" creationId="{00000000-0000-0000-0000-000000000000}"/>
          </ac:spMkLst>
        </pc:spChg>
      </pc:sldChg>
      <pc:sldChg chg="addSp modSp add">
        <pc:chgData name="Full Circle" userId="cac89230174ef31a" providerId="LiveId" clId="{6EA3F0AD-F27E-45CB-8083-43F1E7CAAD04}" dt="2020-03-16T06:15:44.920" v="1192"/>
        <pc:sldMkLst>
          <pc:docMk/>
          <pc:sldMk cId="3108481602" sldId="801"/>
        </pc:sldMkLst>
        <pc:spChg chg="mod">
          <ac:chgData name="Full Circle" userId="cac89230174ef31a" providerId="LiveId" clId="{6EA3F0AD-F27E-45CB-8083-43F1E7CAAD04}" dt="2020-03-16T05:45:01.297" v="961"/>
          <ac:spMkLst>
            <pc:docMk/>
            <pc:sldMk cId="3108481602" sldId="801"/>
            <ac:spMk id="3" creationId="{649CBC90-A5CC-524F-8690-D44C5C31EED8}"/>
          </ac:spMkLst>
        </pc:spChg>
        <pc:spChg chg="mod">
          <ac:chgData name="Full Circle" userId="cac89230174ef31a" providerId="LiveId" clId="{6EA3F0AD-F27E-45CB-8083-43F1E7CAAD04}" dt="2020-03-16T05:49:52.210" v="1050" actId="20577"/>
          <ac:spMkLst>
            <pc:docMk/>
            <pc:sldMk cId="3108481602" sldId="801"/>
            <ac:spMk id="5" creationId="{053E3069-EED3-604D-8B9F-F0D6AFFCBED9}"/>
          </ac:spMkLst>
        </pc:spChg>
        <pc:spChg chg="mod">
          <ac:chgData name="Full Circle" userId="cac89230174ef31a" providerId="LiveId" clId="{6EA3F0AD-F27E-45CB-8083-43F1E7CAAD04}" dt="2020-03-16T05:50:17.778" v="1061"/>
          <ac:spMkLst>
            <pc:docMk/>
            <pc:sldMk cId="3108481602" sldId="801"/>
            <ac:spMk id="6" creationId="{C6C101F0-157D-4627-92F8-A2696E7C1C5E}"/>
          </ac:spMkLst>
        </pc:spChg>
        <pc:spChg chg="mod">
          <ac:chgData name="Full Circle" userId="cac89230174ef31a" providerId="LiveId" clId="{6EA3F0AD-F27E-45CB-8083-43F1E7CAAD04}" dt="2020-03-16T06:15:44.920" v="1192"/>
          <ac:spMkLst>
            <pc:docMk/>
            <pc:sldMk cId="3108481602" sldId="801"/>
            <ac:spMk id="7" creationId="{72C590F0-CE24-43CF-A91F-84D5BD762639}"/>
          </ac:spMkLst>
        </pc:spChg>
        <pc:spChg chg="mod">
          <ac:chgData name="Full Circle" userId="cac89230174ef31a" providerId="LiveId" clId="{6EA3F0AD-F27E-45CB-8083-43F1E7CAAD04}" dt="2020-03-16T05:44:02.988" v="933"/>
          <ac:spMkLst>
            <pc:docMk/>
            <pc:sldMk cId="3108481602" sldId="801"/>
            <ac:spMk id="9217" creationId="{00000000-0000-0000-0000-000000000000}"/>
          </ac:spMkLst>
        </pc:spChg>
        <pc:picChg chg="add mod">
          <ac:chgData name="Full Circle" userId="cac89230174ef31a" providerId="LiveId" clId="{6EA3F0AD-F27E-45CB-8083-43F1E7CAAD04}" dt="2020-03-16T06:11:05.592" v="1175" actId="208"/>
          <ac:picMkLst>
            <pc:docMk/>
            <pc:sldMk cId="3108481602" sldId="801"/>
            <ac:picMk id="4" creationId="{19A83931-4D3E-4DD9-81F5-5AD9F5EBCEF5}"/>
          </ac:picMkLst>
        </pc:picChg>
      </pc:sldChg>
      <pc:sldChg chg="modSp add">
        <pc:chgData name="Full Circle" userId="cac89230174ef31a" providerId="LiveId" clId="{6EA3F0AD-F27E-45CB-8083-43F1E7CAAD04}" dt="2020-03-16T06:18:55.111" v="1260"/>
        <pc:sldMkLst>
          <pc:docMk/>
          <pc:sldMk cId="1763730861" sldId="802"/>
        </pc:sldMkLst>
        <pc:spChg chg="mod">
          <ac:chgData name="Full Circle" userId="cac89230174ef31a" providerId="LiveId" clId="{6EA3F0AD-F27E-45CB-8083-43F1E7CAAD04}" dt="2020-03-16T06:18:55.111" v="1260"/>
          <ac:spMkLst>
            <pc:docMk/>
            <pc:sldMk cId="1763730861" sldId="802"/>
            <ac:spMk id="25606" creationId="{D230A0FD-2A6D-0446-B3A9-3943886C84AC}"/>
          </ac:spMkLst>
        </pc:spChg>
      </pc:sldChg>
      <pc:sldChg chg="addSp delSp modSp add">
        <pc:chgData name="Full Circle" userId="cac89230174ef31a" providerId="LiveId" clId="{6EA3F0AD-F27E-45CB-8083-43F1E7CAAD04}" dt="2020-03-16T14:45:09.508" v="1378"/>
        <pc:sldMkLst>
          <pc:docMk/>
          <pc:sldMk cId="1040935277" sldId="803"/>
        </pc:sldMkLst>
        <pc:spChg chg="add mod">
          <ac:chgData name="Full Circle" userId="cac89230174ef31a" providerId="LiveId" clId="{6EA3F0AD-F27E-45CB-8083-43F1E7CAAD04}" dt="2020-03-16T10:23:58.072" v="1340" actId="1076"/>
          <ac:spMkLst>
            <pc:docMk/>
            <pc:sldMk cId="1040935277" sldId="803"/>
            <ac:spMk id="2" creationId="{72698E60-F9A7-427E-A642-A02A15F464B7}"/>
          </ac:spMkLst>
        </pc:spChg>
        <pc:spChg chg="mod">
          <ac:chgData name="Full Circle" userId="cac89230174ef31a" providerId="LiveId" clId="{6EA3F0AD-F27E-45CB-8083-43F1E7CAAD04}" dt="2020-03-16T07:36:21.254" v="1267"/>
          <ac:spMkLst>
            <pc:docMk/>
            <pc:sldMk cId="1040935277" sldId="803"/>
            <ac:spMk id="3" creationId="{649CBC90-A5CC-524F-8690-D44C5C31EED8}"/>
          </ac:spMkLst>
        </pc:spChg>
        <pc:spChg chg="mod">
          <ac:chgData name="Full Circle" userId="cac89230174ef31a" providerId="LiveId" clId="{6EA3F0AD-F27E-45CB-8083-43F1E7CAAD04}" dt="2020-03-16T08:48:37.651" v="1289"/>
          <ac:spMkLst>
            <pc:docMk/>
            <pc:sldMk cId="1040935277" sldId="803"/>
            <ac:spMk id="5" creationId="{053E3069-EED3-604D-8B9F-F0D6AFFCBED9}"/>
          </ac:spMkLst>
        </pc:spChg>
        <pc:spChg chg="del mod">
          <ac:chgData name="Full Circle" userId="cac89230174ef31a" providerId="LiveId" clId="{6EA3F0AD-F27E-45CB-8083-43F1E7CAAD04}" dt="2020-03-16T14:45:09.508" v="1378"/>
          <ac:spMkLst>
            <pc:docMk/>
            <pc:sldMk cId="1040935277" sldId="803"/>
            <ac:spMk id="6" creationId="{C6C101F0-157D-4627-92F8-A2696E7C1C5E}"/>
          </ac:spMkLst>
        </pc:spChg>
        <pc:spChg chg="mod">
          <ac:chgData name="Full Circle" userId="cac89230174ef31a" providerId="LiveId" clId="{6EA3F0AD-F27E-45CB-8083-43F1E7CAAD04}" dt="2020-03-16T14:45:07.139" v="1376" actId="20577"/>
          <ac:spMkLst>
            <pc:docMk/>
            <pc:sldMk cId="1040935277" sldId="803"/>
            <ac:spMk id="7" creationId="{72C590F0-CE24-43CF-A91F-84D5BD762639}"/>
          </ac:spMkLst>
        </pc:spChg>
        <pc:spChg chg="add mod">
          <ac:chgData name="Full Circle" userId="cac89230174ef31a" providerId="LiveId" clId="{6EA3F0AD-F27E-45CB-8083-43F1E7CAAD04}" dt="2020-03-16T14:44:50.119" v="1374" actId="1076"/>
          <ac:spMkLst>
            <pc:docMk/>
            <pc:sldMk cId="1040935277" sldId="803"/>
            <ac:spMk id="8" creationId="{F127D88F-FFCD-4D41-AC74-E178FBA41DD5}"/>
          </ac:spMkLst>
        </pc:spChg>
        <pc:spChg chg="add del mod">
          <ac:chgData name="Full Circle" userId="cac89230174ef31a" providerId="LiveId" clId="{6EA3F0AD-F27E-45CB-8083-43F1E7CAAD04}" dt="2020-03-16T14:43:54.761" v="1362"/>
          <ac:spMkLst>
            <pc:docMk/>
            <pc:sldMk cId="1040935277" sldId="803"/>
            <ac:spMk id="9" creationId="{1E4F00C6-DDBC-4AA9-A1F1-E535FCCD7BF6}"/>
          </ac:spMkLst>
        </pc:spChg>
        <pc:spChg chg="add del mod">
          <ac:chgData name="Full Circle" userId="cac89230174ef31a" providerId="LiveId" clId="{6EA3F0AD-F27E-45CB-8083-43F1E7CAAD04}" dt="2020-03-16T14:42:58.567" v="1347"/>
          <ac:spMkLst>
            <pc:docMk/>
            <pc:sldMk cId="1040935277" sldId="803"/>
            <ac:spMk id="11" creationId="{8A6F32B4-397B-46C8-9B7B-4D0FC3F3D2B2}"/>
          </ac:spMkLst>
        </pc:spChg>
        <pc:spChg chg="add mod">
          <ac:chgData name="Full Circle" userId="cac89230174ef31a" providerId="LiveId" clId="{6EA3F0AD-F27E-45CB-8083-43F1E7CAAD04}" dt="2020-03-16T14:43:34.104" v="1358" actId="1076"/>
          <ac:spMkLst>
            <pc:docMk/>
            <pc:sldMk cId="1040935277" sldId="803"/>
            <ac:spMk id="12" creationId="{89EA3961-70BD-4CC5-8178-BDF9DE90EA94}"/>
          </ac:spMkLst>
        </pc:spChg>
        <pc:spChg chg="add del mod">
          <ac:chgData name="Full Circle" userId="cac89230174ef31a" providerId="LiveId" clId="{6EA3F0AD-F27E-45CB-8083-43F1E7CAAD04}" dt="2020-03-16T14:43:51.991" v="1361"/>
          <ac:spMkLst>
            <pc:docMk/>
            <pc:sldMk cId="1040935277" sldId="803"/>
            <ac:spMk id="13" creationId="{DB63B4D4-EDB3-4406-B884-DB6FD1BF5B58}"/>
          </ac:spMkLst>
        </pc:spChg>
        <pc:spChg chg="add del mod">
          <ac:chgData name="Full Circle" userId="cac89230174ef31a" providerId="LiveId" clId="{6EA3F0AD-F27E-45CB-8083-43F1E7CAAD04}" dt="2020-03-16T14:43:01.569" v="1348"/>
          <ac:spMkLst>
            <pc:docMk/>
            <pc:sldMk cId="1040935277" sldId="803"/>
            <ac:spMk id="14" creationId="{B89B5721-547E-446C-840B-7F0E92E5AA29}"/>
          </ac:spMkLst>
        </pc:spChg>
        <pc:spChg chg="add mod">
          <ac:chgData name="Full Circle" userId="cac89230174ef31a" providerId="LiveId" clId="{6EA3F0AD-F27E-45CB-8083-43F1E7CAAD04}" dt="2020-03-16T14:44:30.671" v="1368" actId="1076"/>
          <ac:spMkLst>
            <pc:docMk/>
            <pc:sldMk cId="1040935277" sldId="803"/>
            <ac:spMk id="15" creationId="{D7CEDD7B-6FCF-4040-972B-D7CA9CEDE60B}"/>
          </ac:spMkLst>
        </pc:spChg>
        <pc:spChg chg="add mod">
          <ac:chgData name="Full Circle" userId="cac89230174ef31a" providerId="LiveId" clId="{6EA3F0AD-F27E-45CB-8083-43F1E7CAAD04}" dt="2020-03-16T14:44:21.295" v="1366" actId="1076"/>
          <ac:spMkLst>
            <pc:docMk/>
            <pc:sldMk cId="1040935277" sldId="803"/>
            <ac:spMk id="16" creationId="{277A7625-51C7-42B9-9DEF-280A5A6E1F76}"/>
          </ac:spMkLst>
        </pc:spChg>
        <pc:spChg chg="add mod">
          <ac:chgData name="Full Circle" userId="cac89230174ef31a" providerId="LiveId" clId="{6EA3F0AD-F27E-45CB-8083-43F1E7CAAD04}" dt="2020-03-16T14:43:18.624" v="1353" actId="1076"/>
          <ac:spMkLst>
            <pc:docMk/>
            <pc:sldMk cId="1040935277" sldId="803"/>
            <ac:spMk id="17" creationId="{37A76ED2-31BC-41C9-9DFC-DFDA6088F4F7}"/>
          </ac:spMkLst>
        </pc:spChg>
        <pc:spChg chg="add mod">
          <ac:chgData name="Full Circle" userId="cac89230174ef31a" providerId="LiveId" clId="{6EA3F0AD-F27E-45CB-8083-43F1E7CAAD04}" dt="2020-03-16T14:44:23.930" v="1367" actId="1076"/>
          <ac:spMkLst>
            <pc:docMk/>
            <pc:sldMk cId="1040935277" sldId="803"/>
            <ac:spMk id="18" creationId="{C3D267E0-48B0-40C5-AD35-CDE3AFEB075F}"/>
          </ac:spMkLst>
        </pc:spChg>
        <pc:spChg chg="add mod">
          <ac:chgData name="Full Circle" userId="cac89230174ef31a" providerId="LiveId" clId="{6EA3F0AD-F27E-45CB-8083-43F1E7CAAD04}" dt="2020-03-16T14:44:06.493" v="1364" actId="1076"/>
          <ac:spMkLst>
            <pc:docMk/>
            <pc:sldMk cId="1040935277" sldId="803"/>
            <ac:spMk id="19" creationId="{FEC9E03A-4040-4D3B-AB3E-EA84487B2FFD}"/>
          </ac:spMkLst>
        </pc:spChg>
        <pc:picChg chg="del">
          <ac:chgData name="Full Circle" userId="cac89230174ef31a" providerId="LiveId" clId="{6EA3F0AD-F27E-45CB-8083-43F1E7CAAD04}" dt="2020-03-16T07:35:42.697" v="1262"/>
          <ac:picMkLst>
            <pc:docMk/>
            <pc:sldMk cId="1040935277" sldId="803"/>
            <ac:picMk id="4" creationId="{19A83931-4D3E-4DD9-81F5-5AD9F5EBCEF5}"/>
          </ac:picMkLst>
        </pc:picChg>
      </pc:sldChg>
    </pc:docChg>
  </pc:docChgLst>
  <pc:docChgLst>
    <pc:chgData name="Full Circle" userId="cac89230174ef31a" providerId="LiveId" clId="{2170CBEE-523D-4CC5-B8AE-0C98C8F19AD1}"/>
    <pc:docChg chg="undo custSel addSld delSld modSld">
      <pc:chgData name="Full Circle" userId="cac89230174ef31a" providerId="LiveId" clId="{2170CBEE-523D-4CC5-B8AE-0C98C8F19AD1}" dt="2020-04-17T07:16:21.831" v="2167" actId="1076"/>
      <pc:docMkLst>
        <pc:docMk/>
      </pc:docMkLst>
      <pc:sldChg chg="modSp">
        <pc:chgData name="Full Circle" userId="cac89230174ef31a" providerId="LiveId" clId="{2170CBEE-523D-4CC5-B8AE-0C98C8F19AD1}" dt="2020-04-17T03:34:53.664" v="15"/>
        <pc:sldMkLst>
          <pc:docMk/>
          <pc:sldMk cId="1110143221" sldId="599"/>
        </pc:sldMkLst>
        <pc:spChg chg="mod">
          <ac:chgData name="Full Circle" userId="cac89230174ef31a" providerId="LiveId" clId="{2170CBEE-523D-4CC5-B8AE-0C98C8F19AD1}" dt="2020-04-17T03:34:53.664" v="15"/>
          <ac:spMkLst>
            <pc:docMk/>
            <pc:sldMk cId="1110143221" sldId="599"/>
            <ac:spMk id="7169" creationId="{00000000-0000-0000-0000-000000000000}"/>
          </ac:spMkLst>
        </pc:spChg>
      </pc:sldChg>
      <pc:sldChg chg="del">
        <pc:chgData name="Full Circle" userId="cac89230174ef31a" providerId="LiveId" clId="{2170CBEE-523D-4CC5-B8AE-0C98C8F19AD1}" dt="2020-04-17T03:52:40.576" v="103" actId="47"/>
        <pc:sldMkLst>
          <pc:docMk/>
          <pc:sldMk cId="3152231194" sldId="671"/>
        </pc:sldMkLst>
      </pc:sldChg>
      <pc:sldChg chg="modSp">
        <pc:chgData name="Full Circle" userId="cac89230174ef31a" providerId="LiveId" clId="{2170CBEE-523D-4CC5-B8AE-0C98C8F19AD1}" dt="2020-04-17T03:53:10.792" v="122"/>
        <pc:sldMkLst>
          <pc:docMk/>
          <pc:sldMk cId="3882958450" sldId="761"/>
        </pc:sldMkLst>
        <pc:spChg chg="mod">
          <ac:chgData name="Full Circle" userId="cac89230174ef31a" providerId="LiveId" clId="{2170CBEE-523D-4CC5-B8AE-0C98C8F19AD1}" dt="2020-04-17T03:53:10.792" v="122"/>
          <ac:spMkLst>
            <pc:docMk/>
            <pc:sldMk cId="3882958450" sldId="761"/>
            <ac:spMk id="8196" creationId="{00000000-0000-0000-0000-000000000000}"/>
          </ac:spMkLst>
        </pc:spChg>
      </pc:sldChg>
      <pc:sldChg chg="addSp delSp modSp modAnim">
        <pc:chgData name="Full Circle" userId="cac89230174ef31a" providerId="LiveId" clId="{2170CBEE-523D-4CC5-B8AE-0C98C8F19AD1}" dt="2020-04-17T04:15:39.108" v="161"/>
        <pc:sldMkLst>
          <pc:docMk/>
          <pc:sldMk cId="1710041246" sldId="799"/>
        </pc:sldMkLst>
        <pc:spChg chg="mod">
          <ac:chgData name="Full Circle" userId="cac89230174ef31a" providerId="LiveId" clId="{2170CBEE-523D-4CC5-B8AE-0C98C8F19AD1}" dt="2020-04-17T03:53:23.180" v="127"/>
          <ac:spMkLst>
            <pc:docMk/>
            <pc:sldMk cId="1710041246" sldId="799"/>
            <ac:spMk id="3" creationId="{649CBC90-A5CC-524F-8690-D44C5C31EED8}"/>
          </ac:spMkLst>
        </pc:spChg>
        <pc:spChg chg="del">
          <ac:chgData name="Full Circle" userId="cac89230174ef31a" providerId="LiveId" clId="{2170CBEE-523D-4CC5-B8AE-0C98C8F19AD1}" dt="2020-04-17T03:56:18.676" v="128" actId="478"/>
          <ac:spMkLst>
            <pc:docMk/>
            <pc:sldMk cId="1710041246" sldId="799"/>
            <ac:spMk id="5" creationId="{053E3069-EED3-604D-8B9F-F0D6AFFCBED9}"/>
          </ac:spMkLst>
        </pc:spChg>
        <pc:spChg chg="mod">
          <ac:chgData name="Full Circle" userId="cac89230174ef31a" providerId="LiveId" clId="{2170CBEE-523D-4CC5-B8AE-0C98C8F19AD1}" dt="2020-04-17T03:52:56.325" v="118"/>
          <ac:spMkLst>
            <pc:docMk/>
            <pc:sldMk cId="1710041246" sldId="799"/>
            <ac:spMk id="9217" creationId="{00000000-0000-0000-0000-000000000000}"/>
          </ac:spMkLst>
        </pc:spChg>
        <pc:picChg chg="del">
          <ac:chgData name="Full Circle" userId="cac89230174ef31a" providerId="LiveId" clId="{2170CBEE-523D-4CC5-B8AE-0C98C8F19AD1}" dt="2020-04-17T03:56:37.964" v="131" actId="478"/>
          <ac:picMkLst>
            <pc:docMk/>
            <pc:sldMk cId="1710041246" sldId="799"/>
            <ac:picMk id="2" creationId="{7DFB5F94-350D-4D99-8032-38F1E150BFE0}"/>
          </ac:picMkLst>
        </pc:picChg>
        <pc:picChg chg="add del mod">
          <ac:chgData name="Full Circle" userId="cac89230174ef31a" providerId="LiveId" clId="{2170CBEE-523D-4CC5-B8AE-0C98C8F19AD1}" dt="2020-04-17T04:10:24.755" v="133" actId="478"/>
          <ac:picMkLst>
            <pc:docMk/>
            <pc:sldMk cId="1710041246" sldId="799"/>
            <ac:picMk id="4" creationId="{49BC04D8-BED5-4225-86DB-EBCC72A1FA1C}"/>
          </ac:picMkLst>
        </pc:picChg>
        <pc:picChg chg="add mod">
          <ac:chgData name="Full Circle" userId="cac89230174ef31a" providerId="LiveId" clId="{2170CBEE-523D-4CC5-B8AE-0C98C8F19AD1}" dt="2020-04-17T04:15:13.067" v="157" actId="1076"/>
          <ac:picMkLst>
            <pc:docMk/>
            <pc:sldMk cId="1710041246" sldId="799"/>
            <ac:picMk id="6" creationId="{6CBB531A-4F75-4C52-B35F-E9E38E0E197F}"/>
          </ac:picMkLst>
        </pc:picChg>
        <pc:picChg chg="add mod">
          <ac:chgData name="Full Circle" userId="cac89230174ef31a" providerId="LiveId" clId="{2170CBEE-523D-4CC5-B8AE-0C98C8F19AD1}" dt="2020-04-17T04:15:15.009" v="158" actId="1076"/>
          <ac:picMkLst>
            <pc:docMk/>
            <pc:sldMk cId="1710041246" sldId="799"/>
            <ac:picMk id="7" creationId="{1031FC10-7697-4794-9406-16303E66261A}"/>
          </ac:picMkLst>
        </pc:picChg>
        <pc:picChg chg="add mod">
          <ac:chgData name="Full Circle" userId="cac89230174ef31a" providerId="LiveId" clId="{2170CBEE-523D-4CC5-B8AE-0C98C8F19AD1}" dt="2020-04-17T04:15:03.713" v="154" actId="1076"/>
          <ac:picMkLst>
            <pc:docMk/>
            <pc:sldMk cId="1710041246" sldId="799"/>
            <ac:picMk id="8" creationId="{BA53B00A-1C90-465B-8B52-D59757615476}"/>
          </ac:picMkLst>
        </pc:picChg>
      </pc:sldChg>
      <pc:sldChg chg="addSp delSp modSp mod modAnim">
        <pc:chgData name="Full Circle" userId="cac89230174ef31a" providerId="LiveId" clId="{2170CBEE-523D-4CC5-B8AE-0C98C8F19AD1}" dt="2020-04-17T04:51:33.411" v="220"/>
        <pc:sldMkLst>
          <pc:docMk/>
          <pc:sldMk cId="1670642844" sldId="800"/>
        </pc:sldMkLst>
        <pc:spChg chg="mod">
          <ac:chgData name="Full Circle" userId="cac89230174ef31a" providerId="LiveId" clId="{2170CBEE-523D-4CC5-B8AE-0C98C8F19AD1}" dt="2020-04-17T04:16:35.573" v="187"/>
          <ac:spMkLst>
            <pc:docMk/>
            <pc:sldMk cId="1670642844" sldId="800"/>
            <ac:spMk id="3" creationId="{649CBC90-A5CC-524F-8690-D44C5C31EED8}"/>
          </ac:spMkLst>
        </pc:spChg>
        <pc:spChg chg="del">
          <ac:chgData name="Full Circle" userId="cac89230174ef31a" providerId="LiveId" clId="{2170CBEE-523D-4CC5-B8AE-0C98C8F19AD1}" dt="2020-04-17T04:16:43.695" v="188" actId="21"/>
          <ac:spMkLst>
            <pc:docMk/>
            <pc:sldMk cId="1670642844" sldId="800"/>
            <ac:spMk id="5" creationId="{053E3069-EED3-604D-8B9F-F0D6AFFCBED9}"/>
          </ac:spMkLst>
        </pc:spChg>
        <pc:spChg chg="del">
          <ac:chgData name="Full Circle" userId="cac89230174ef31a" providerId="LiveId" clId="{2170CBEE-523D-4CC5-B8AE-0C98C8F19AD1}" dt="2020-04-17T04:16:49.804" v="190" actId="21"/>
          <ac:spMkLst>
            <pc:docMk/>
            <pc:sldMk cId="1670642844" sldId="800"/>
            <ac:spMk id="6" creationId="{C6C101F0-157D-4627-92F8-A2696E7C1C5E}"/>
          </ac:spMkLst>
        </pc:spChg>
        <pc:spChg chg="del">
          <ac:chgData name="Full Circle" userId="cac89230174ef31a" providerId="LiveId" clId="{2170CBEE-523D-4CC5-B8AE-0C98C8F19AD1}" dt="2020-04-17T04:16:46.937" v="189" actId="21"/>
          <ac:spMkLst>
            <pc:docMk/>
            <pc:sldMk cId="1670642844" sldId="800"/>
            <ac:spMk id="7" creationId="{72C590F0-CE24-43CF-A91F-84D5BD762639}"/>
          </ac:spMkLst>
        </pc:spChg>
        <pc:spChg chg="mod">
          <ac:chgData name="Full Circle" userId="cac89230174ef31a" providerId="LiveId" clId="{2170CBEE-523D-4CC5-B8AE-0C98C8F19AD1}" dt="2020-04-17T04:16:29.858" v="178"/>
          <ac:spMkLst>
            <pc:docMk/>
            <pc:sldMk cId="1670642844" sldId="800"/>
            <ac:spMk id="9217" creationId="{00000000-0000-0000-0000-000000000000}"/>
          </ac:spMkLst>
        </pc:spChg>
        <pc:graphicFrameChg chg="add mod">
          <ac:chgData name="Full Circle" userId="cac89230174ef31a" providerId="LiveId" clId="{2170CBEE-523D-4CC5-B8AE-0C98C8F19AD1}" dt="2020-04-17T04:33:01.601" v="197" actId="1076"/>
          <ac:graphicFrameMkLst>
            <pc:docMk/>
            <pc:sldMk cId="1670642844" sldId="800"/>
            <ac:graphicFrameMk id="8" creationId="{F9BA0731-9600-4BEE-B66E-EA8A56E28420}"/>
          </ac:graphicFrameMkLst>
        </pc:graphicFrameChg>
        <pc:graphicFrameChg chg="add mod">
          <ac:chgData name="Full Circle" userId="cac89230174ef31a" providerId="LiveId" clId="{2170CBEE-523D-4CC5-B8AE-0C98C8F19AD1}" dt="2020-04-17T04:50:44.641" v="218"/>
          <ac:graphicFrameMkLst>
            <pc:docMk/>
            <pc:sldMk cId="1670642844" sldId="800"/>
            <ac:graphicFrameMk id="9" creationId="{E02F51BC-4933-4265-A156-AA43D1F092AC}"/>
          </ac:graphicFrameMkLst>
        </pc:graphicFrameChg>
      </pc:sldChg>
      <pc:sldChg chg="addSp delSp modSp">
        <pc:chgData name="Full Circle" userId="cac89230174ef31a" providerId="LiveId" clId="{2170CBEE-523D-4CC5-B8AE-0C98C8F19AD1}" dt="2020-04-17T05:33:21.555" v="339"/>
        <pc:sldMkLst>
          <pc:docMk/>
          <pc:sldMk cId="3108481602" sldId="801"/>
        </pc:sldMkLst>
        <pc:spChg chg="mod">
          <ac:chgData name="Full Circle" userId="cac89230174ef31a" providerId="LiveId" clId="{2170CBEE-523D-4CC5-B8AE-0C98C8F19AD1}" dt="2020-04-17T05:33:21.555" v="339"/>
          <ac:spMkLst>
            <pc:docMk/>
            <pc:sldMk cId="3108481602" sldId="801"/>
            <ac:spMk id="3" creationId="{649CBC90-A5CC-524F-8690-D44C5C31EED8}"/>
          </ac:spMkLst>
        </pc:spChg>
        <pc:spChg chg="del">
          <ac:chgData name="Full Circle" userId="cac89230174ef31a" providerId="LiveId" clId="{2170CBEE-523D-4CC5-B8AE-0C98C8F19AD1}" dt="2020-04-17T04:53:24.316" v="239" actId="478"/>
          <ac:spMkLst>
            <pc:docMk/>
            <pc:sldMk cId="3108481602" sldId="801"/>
            <ac:spMk id="5" creationId="{053E3069-EED3-604D-8B9F-F0D6AFFCBED9}"/>
          </ac:spMkLst>
        </pc:spChg>
        <pc:spChg chg="del">
          <ac:chgData name="Full Circle" userId="cac89230174ef31a" providerId="LiveId" clId="{2170CBEE-523D-4CC5-B8AE-0C98C8F19AD1}" dt="2020-04-17T04:53:21.740" v="238" actId="478"/>
          <ac:spMkLst>
            <pc:docMk/>
            <pc:sldMk cId="3108481602" sldId="801"/>
            <ac:spMk id="6" creationId="{C6C101F0-157D-4627-92F8-A2696E7C1C5E}"/>
          </ac:spMkLst>
        </pc:spChg>
        <pc:spChg chg="del">
          <ac:chgData name="Full Circle" userId="cac89230174ef31a" providerId="LiveId" clId="{2170CBEE-523D-4CC5-B8AE-0C98C8F19AD1}" dt="2020-04-17T04:53:19.518" v="237" actId="478"/>
          <ac:spMkLst>
            <pc:docMk/>
            <pc:sldMk cId="3108481602" sldId="801"/>
            <ac:spMk id="7" creationId="{72C590F0-CE24-43CF-A91F-84D5BD762639}"/>
          </ac:spMkLst>
        </pc:spChg>
        <pc:spChg chg="mod">
          <ac:chgData name="Full Circle" userId="cac89230174ef31a" providerId="LiveId" clId="{2170CBEE-523D-4CC5-B8AE-0C98C8F19AD1}" dt="2020-04-17T04:53:09.613" v="235"/>
          <ac:spMkLst>
            <pc:docMk/>
            <pc:sldMk cId="3108481602" sldId="801"/>
            <ac:spMk id="9217" creationId="{00000000-0000-0000-0000-000000000000}"/>
          </ac:spMkLst>
        </pc:spChg>
        <pc:picChg chg="add mod">
          <ac:chgData name="Full Circle" userId="cac89230174ef31a" providerId="LiveId" clId="{2170CBEE-523D-4CC5-B8AE-0C98C8F19AD1}" dt="2020-04-17T05:07:19.852" v="254" actId="1076"/>
          <ac:picMkLst>
            <pc:docMk/>
            <pc:sldMk cId="3108481602" sldId="801"/>
            <ac:picMk id="2" creationId="{4D51F43D-B479-48FC-86C6-3EBF119FCDC3}"/>
          </ac:picMkLst>
        </pc:picChg>
        <pc:picChg chg="del">
          <ac:chgData name="Full Circle" userId="cac89230174ef31a" providerId="LiveId" clId="{2170CBEE-523D-4CC5-B8AE-0C98C8F19AD1}" dt="2020-04-17T04:53:15.580" v="236" actId="478"/>
          <ac:picMkLst>
            <pc:docMk/>
            <pc:sldMk cId="3108481602" sldId="801"/>
            <ac:picMk id="4" creationId="{19A83931-4D3E-4DD9-81F5-5AD9F5EBCEF5}"/>
          </ac:picMkLst>
        </pc:picChg>
        <pc:picChg chg="add mod">
          <ac:chgData name="Full Circle" userId="cac89230174ef31a" providerId="LiveId" clId="{2170CBEE-523D-4CC5-B8AE-0C98C8F19AD1}" dt="2020-04-17T05:08:32.732" v="258" actId="14100"/>
          <ac:picMkLst>
            <pc:docMk/>
            <pc:sldMk cId="3108481602" sldId="801"/>
            <ac:picMk id="8" creationId="{A8E1F7A8-C0A7-4AC2-B5E4-AA769502523E}"/>
          </ac:picMkLst>
        </pc:picChg>
      </pc:sldChg>
      <pc:sldChg chg="del">
        <pc:chgData name="Full Circle" userId="cac89230174ef31a" providerId="LiveId" clId="{2170CBEE-523D-4CC5-B8AE-0C98C8F19AD1}" dt="2020-04-17T05:39:55.926" v="419" actId="47"/>
        <pc:sldMkLst>
          <pc:docMk/>
          <pc:sldMk cId="1763730861" sldId="802"/>
        </pc:sldMkLst>
      </pc:sldChg>
      <pc:sldChg chg="addSp delSp modSp">
        <pc:chgData name="Full Circle" userId="cac89230174ef31a" providerId="LiveId" clId="{2170CBEE-523D-4CC5-B8AE-0C98C8F19AD1}" dt="2020-04-17T06:09:31.816" v="1394"/>
        <pc:sldMkLst>
          <pc:docMk/>
          <pc:sldMk cId="1040935277" sldId="803"/>
        </pc:sldMkLst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" creationId="{72698E60-F9A7-427E-A642-A02A15F464B7}"/>
          </ac:spMkLst>
        </pc:spChg>
        <pc:spChg chg="mod">
          <ac:chgData name="Full Circle" userId="cac89230174ef31a" providerId="LiveId" clId="{2170CBEE-523D-4CC5-B8AE-0C98C8F19AD1}" dt="2020-04-17T06:09:31.816" v="1394"/>
          <ac:spMkLst>
            <pc:docMk/>
            <pc:sldMk cId="1040935277" sldId="803"/>
            <ac:spMk id="3" creationId="{649CBC90-A5CC-524F-8690-D44C5C31EED8}"/>
          </ac:spMkLst>
        </pc:spChg>
        <pc:spChg chg="del">
          <ac:chgData name="Full Circle" userId="cac89230174ef31a" providerId="LiveId" clId="{2170CBEE-523D-4CC5-B8AE-0C98C8F19AD1}" dt="2020-04-17T05:35:00.788" v="383" actId="478"/>
          <ac:spMkLst>
            <pc:docMk/>
            <pc:sldMk cId="1040935277" sldId="803"/>
            <ac:spMk id="5" creationId="{053E3069-EED3-604D-8B9F-F0D6AFFCBED9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6" creationId="{03076C53-46A2-CB44-A9F0-70EC6A2016C7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9" creationId="{6B8944B6-A81E-6F4A-8B1C-80EB00134BC9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0" creationId="{9B150981-750B-544F-B261-60A057A98B7B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1" creationId="{23EC2F8B-5A4D-1D4A-B3A5-555BCF067079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2" creationId="{89EA3961-70BD-4CC5-8178-BDF9DE90EA94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3" creationId="{766DBA7A-C73B-C743-ACB6-AF4711165622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4" creationId="{7065CA91-0A66-7C44-975F-323ACB9EE790}"/>
          </ac:spMkLst>
        </pc:spChg>
        <pc:spChg chg="del mod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5" creationId="{D7CEDD7B-6FCF-4040-972B-D7CA9CEDE60B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6" creationId="{277A7625-51C7-42B9-9DEF-280A5A6E1F76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7" creationId="{37A76ED2-31BC-41C9-9DFC-DFDA6088F4F7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8" creationId="{C3D267E0-48B0-40C5-AD35-CDE3AFEB075F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19" creationId="{FEC9E03A-4040-4D3B-AB3E-EA84487B2FFD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1" creationId="{9087CBCF-1E35-7346-A6BC-54475B42C5B6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2" creationId="{97DFB53B-0C84-124E-8AA7-6E2D33E7271D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3" creationId="{35BF4E77-070D-6E45-87A6-1B48074727ED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4" creationId="{30C4BB6A-B5FD-A74A-AB13-35D194D5FE7A}"/>
          </ac:spMkLst>
        </pc:spChg>
        <pc:spChg chg="add del mod">
          <ac:chgData name="Full Circle" userId="cac89230174ef31a" providerId="LiveId" clId="{2170CBEE-523D-4CC5-B8AE-0C98C8F19AD1}" dt="2020-04-17T05:37:21.977" v="389" actId="478"/>
          <ac:spMkLst>
            <pc:docMk/>
            <pc:sldMk cId="1040935277" sldId="803"/>
            <ac:spMk id="25" creationId="{FFE1EC58-A2C1-5E44-B658-3D756B8D848C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6" creationId="{D894983F-3B02-0148-80DB-4F5F7597CE99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29" creationId="{6AA8B728-54DA-D149-BF9A-A88E1CE7CB17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0" creationId="{CA78D523-66C0-D343-A53E-2F601C6F8B83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2" creationId="{750EA07C-2006-F545-A313-85899E049625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3" creationId="{8239FFE9-D54A-D142-936E-3FDC6E381E33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4" creationId="{A2255605-5F10-2A4F-9BE1-B0EE4AC3F664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5" creationId="{3D408EA9-484D-CC40-B906-8E6816FD69C3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6" creationId="{F0223185-4AFF-7746-B581-DDC348C52373}"/>
          </ac:spMkLst>
        </pc:spChg>
        <pc:spChg chg="del">
          <ac:chgData name="Full Circle" userId="cac89230174ef31a" providerId="LiveId" clId="{2170CBEE-523D-4CC5-B8AE-0C98C8F19AD1}" dt="2020-04-17T05:35:06.958" v="385" actId="478"/>
          <ac:spMkLst>
            <pc:docMk/>
            <pc:sldMk cId="1040935277" sldId="803"/>
            <ac:spMk id="37" creationId="{5ADB863F-2FE0-7A40-A9DC-8D161EB04F73}"/>
          </ac:spMkLst>
        </pc:spChg>
        <pc:spChg chg="add del mod">
          <ac:chgData name="Full Circle" userId="cac89230174ef31a" providerId="LiveId" clId="{2170CBEE-523D-4CC5-B8AE-0C98C8F19AD1}" dt="2020-04-17T05:49:22.402" v="562" actId="478"/>
          <ac:spMkLst>
            <pc:docMk/>
            <pc:sldMk cId="1040935277" sldId="803"/>
            <ac:spMk id="38" creationId="{6607B4C3-61AF-43A9-AA8A-3F8D949848C4}"/>
          </ac:spMkLst>
        </pc:spChg>
        <pc:spChg chg="add del mod">
          <ac:chgData name="Full Circle" userId="cac89230174ef31a" providerId="LiveId" clId="{2170CBEE-523D-4CC5-B8AE-0C98C8F19AD1}" dt="2020-04-17T05:49:23.168" v="563" actId="478"/>
          <ac:spMkLst>
            <pc:docMk/>
            <pc:sldMk cId="1040935277" sldId="803"/>
            <ac:spMk id="39" creationId="{953A71B4-D3FD-4DB9-8AC9-64947965AD5C}"/>
          </ac:spMkLst>
        </pc:spChg>
        <pc:spChg chg="add mod">
          <ac:chgData name="Full Circle" userId="cac89230174ef31a" providerId="LiveId" clId="{2170CBEE-523D-4CC5-B8AE-0C98C8F19AD1}" dt="2020-04-17T05:52:17.764" v="772" actId="20577"/>
          <ac:spMkLst>
            <pc:docMk/>
            <pc:sldMk cId="1040935277" sldId="803"/>
            <ac:spMk id="44" creationId="{F66661E3-DE13-4515-BF95-4E994F2FF623}"/>
          </ac:spMkLst>
        </pc:spChg>
        <pc:spChg chg="add mod">
          <ac:chgData name="Full Circle" userId="cac89230174ef31a" providerId="LiveId" clId="{2170CBEE-523D-4CC5-B8AE-0C98C8F19AD1}" dt="2020-04-17T06:02:52.446" v="964" actId="20577"/>
          <ac:spMkLst>
            <pc:docMk/>
            <pc:sldMk cId="1040935277" sldId="803"/>
            <ac:spMk id="45" creationId="{D6CBD1D6-18C7-4652-95F3-E14229402518}"/>
          </ac:spMkLst>
        </pc:spChg>
        <pc:spChg chg="add mod">
          <ac:chgData name="Full Circle" userId="cac89230174ef31a" providerId="LiveId" clId="{2170CBEE-523D-4CC5-B8AE-0C98C8F19AD1}" dt="2020-04-17T06:09:23.799" v="1392" actId="20577"/>
          <ac:spMkLst>
            <pc:docMk/>
            <pc:sldMk cId="1040935277" sldId="803"/>
            <ac:spMk id="46" creationId="{F37D2B04-F4F1-4FD3-B6F7-6F025D30CA36}"/>
          </ac:spMkLst>
        </pc:spChg>
        <pc:spChg chg="mod">
          <ac:chgData name="Full Circle" userId="cac89230174ef31a" providerId="LiveId" clId="{2170CBEE-523D-4CC5-B8AE-0C98C8F19AD1}" dt="2020-04-17T05:34:13.127" v="351"/>
          <ac:spMkLst>
            <pc:docMk/>
            <pc:sldMk cId="1040935277" sldId="803"/>
            <ac:spMk id="9217" creationId="{00000000-0000-0000-0000-000000000000}"/>
          </ac:spMkLst>
        </pc:spChg>
        <pc:picChg chg="add del mod">
          <ac:chgData name="Full Circle" userId="cac89230174ef31a" providerId="LiveId" clId="{2170CBEE-523D-4CC5-B8AE-0C98C8F19AD1}" dt="2020-04-17T05:49:24.590" v="564" actId="478"/>
          <ac:picMkLst>
            <pc:docMk/>
            <pc:sldMk cId="1040935277" sldId="803"/>
            <ac:picMk id="40" creationId="{D3B68D8C-400E-4033-A20E-EFF2B314CE2E}"/>
          </ac:picMkLst>
        </pc:picChg>
        <pc:picChg chg="add del mod">
          <ac:chgData name="Full Circle" userId="cac89230174ef31a" providerId="LiveId" clId="{2170CBEE-523D-4CC5-B8AE-0C98C8F19AD1}" dt="2020-04-17T05:49:25.133" v="565" actId="478"/>
          <ac:picMkLst>
            <pc:docMk/>
            <pc:sldMk cId="1040935277" sldId="803"/>
            <ac:picMk id="41" creationId="{46EF9BB2-A607-48FD-A613-A6983C328CD7}"/>
          </ac:picMkLst>
        </pc:picChg>
        <pc:picChg chg="add del mod">
          <ac:chgData name="Full Circle" userId="cac89230174ef31a" providerId="LiveId" clId="{2170CBEE-523D-4CC5-B8AE-0C98C8F19AD1}" dt="2020-04-17T05:49:26.947" v="568" actId="478"/>
          <ac:picMkLst>
            <pc:docMk/>
            <pc:sldMk cId="1040935277" sldId="803"/>
            <ac:picMk id="42" creationId="{C89ACA28-BC17-4D18-BA71-14C0A57312C8}"/>
          </ac:picMkLst>
        </pc:picChg>
        <pc:picChg chg="add del mod">
          <ac:chgData name="Full Circle" userId="cac89230174ef31a" providerId="LiveId" clId="{2170CBEE-523D-4CC5-B8AE-0C98C8F19AD1}" dt="2020-04-17T05:49:25.827" v="566" actId="478"/>
          <ac:picMkLst>
            <pc:docMk/>
            <pc:sldMk cId="1040935277" sldId="803"/>
            <ac:picMk id="43" creationId="{CF487AB2-AD0D-4D51-88E5-1FA7C4CC37FC}"/>
          </ac:picMkLst>
        </pc:picChg>
        <pc:picChg chg="add del mod">
          <ac:chgData name="Full Circle" userId="cac89230174ef31a" providerId="LiveId" clId="{2170CBEE-523D-4CC5-B8AE-0C98C8F19AD1}" dt="2020-04-17T05:49:26.397" v="567" actId="478"/>
          <ac:picMkLst>
            <pc:docMk/>
            <pc:sldMk cId="1040935277" sldId="803"/>
            <ac:picMk id="1026" creationId="{805FE249-2F44-4970-B639-FA951F76381D}"/>
          </ac:picMkLst>
        </pc:picChg>
      </pc:sldChg>
      <pc:sldChg chg="modSp add">
        <pc:chgData name="Full Circle" userId="cac89230174ef31a" providerId="LiveId" clId="{2170CBEE-523D-4CC5-B8AE-0C98C8F19AD1}" dt="2020-04-17T04:52:06.618" v="223" actId="207"/>
        <pc:sldMkLst>
          <pc:docMk/>
          <pc:sldMk cId="4203682751" sldId="804"/>
        </pc:sldMkLst>
        <pc:spChg chg="mod">
          <ac:chgData name="Full Circle" userId="cac89230174ef31a" providerId="LiveId" clId="{2170CBEE-523D-4CC5-B8AE-0C98C8F19AD1}" dt="2020-04-17T04:52:06.618" v="223" actId="207"/>
          <ac:spMkLst>
            <pc:docMk/>
            <pc:sldMk cId="4203682751" sldId="804"/>
            <ac:spMk id="8196" creationId="{00000000-0000-0000-0000-000000000000}"/>
          </ac:spMkLst>
        </pc:spChg>
      </pc:sldChg>
      <pc:sldChg chg="addSp delSp modSp add">
        <pc:chgData name="Full Circle" userId="cac89230174ef31a" providerId="LiveId" clId="{2170CBEE-523D-4CC5-B8AE-0C98C8F19AD1}" dt="2020-04-17T05:33:13.344" v="336" actId="20577"/>
        <pc:sldMkLst>
          <pc:docMk/>
          <pc:sldMk cId="327938256" sldId="805"/>
        </pc:sldMkLst>
        <pc:spChg chg="mod">
          <ac:chgData name="Full Circle" userId="cac89230174ef31a" providerId="LiveId" clId="{2170CBEE-523D-4CC5-B8AE-0C98C8F19AD1}" dt="2020-04-17T05:33:13.344" v="336" actId="20577"/>
          <ac:spMkLst>
            <pc:docMk/>
            <pc:sldMk cId="327938256" sldId="805"/>
            <ac:spMk id="3" creationId="{649CBC90-A5CC-524F-8690-D44C5C31EED8}"/>
          </ac:spMkLst>
        </pc:spChg>
        <pc:picChg chg="del">
          <ac:chgData name="Full Circle" userId="cac89230174ef31a" providerId="LiveId" clId="{2170CBEE-523D-4CC5-B8AE-0C98C8F19AD1}" dt="2020-04-17T05:28:57.952" v="303" actId="478"/>
          <ac:picMkLst>
            <pc:docMk/>
            <pc:sldMk cId="327938256" sldId="805"/>
            <ac:picMk id="2" creationId="{4D51F43D-B479-48FC-86C6-3EBF119FCDC3}"/>
          </ac:picMkLst>
        </pc:picChg>
        <pc:picChg chg="add mod">
          <ac:chgData name="Full Circle" userId="cac89230174ef31a" providerId="LiveId" clId="{2170CBEE-523D-4CC5-B8AE-0C98C8F19AD1}" dt="2020-04-17T05:29:03.796" v="306" actId="1076"/>
          <ac:picMkLst>
            <pc:docMk/>
            <pc:sldMk cId="327938256" sldId="805"/>
            <ac:picMk id="4" creationId="{525C60A0-8200-4725-954E-59A5D52D6530}"/>
          </ac:picMkLst>
        </pc:picChg>
        <pc:picChg chg="add del mod">
          <ac:chgData name="Full Circle" userId="cac89230174ef31a" providerId="LiveId" clId="{2170CBEE-523D-4CC5-B8AE-0C98C8F19AD1}" dt="2020-04-17T05:32:41.783" v="322" actId="478"/>
          <ac:picMkLst>
            <pc:docMk/>
            <pc:sldMk cId="327938256" sldId="805"/>
            <ac:picMk id="5" creationId="{2684D03D-B1E0-48BE-8089-C51F75D972C1}"/>
          </ac:picMkLst>
        </pc:picChg>
        <pc:picChg chg="add del mod">
          <ac:chgData name="Full Circle" userId="cac89230174ef31a" providerId="LiveId" clId="{2170CBEE-523D-4CC5-B8AE-0C98C8F19AD1}" dt="2020-04-17T05:32:40.834" v="321" actId="478"/>
          <ac:picMkLst>
            <pc:docMk/>
            <pc:sldMk cId="327938256" sldId="805"/>
            <ac:picMk id="6" creationId="{78D571FE-205E-473E-9AFF-CC1F845366CD}"/>
          </ac:picMkLst>
        </pc:picChg>
        <pc:picChg chg="add mod">
          <ac:chgData name="Full Circle" userId="cac89230174ef31a" providerId="LiveId" clId="{2170CBEE-523D-4CC5-B8AE-0C98C8F19AD1}" dt="2020-04-17T05:32:48.447" v="326" actId="1076"/>
          <ac:picMkLst>
            <pc:docMk/>
            <pc:sldMk cId="327938256" sldId="805"/>
            <ac:picMk id="7" creationId="{3332D886-12E2-4629-BD85-023D400F7EE6}"/>
          </ac:picMkLst>
        </pc:picChg>
        <pc:picChg chg="del">
          <ac:chgData name="Full Circle" userId="cac89230174ef31a" providerId="LiveId" clId="{2170CBEE-523D-4CC5-B8AE-0C98C8F19AD1}" dt="2020-04-17T05:28:59.439" v="304" actId="478"/>
          <ac:picMkLst>
            <pc:docMk/>
            <pc:sldMk cId="327938256" sldId="805"/>
            <ac:picMk id="8" creationId="{A8E1F7A8-C0A7-4AC2-B5E4-AA769502523E}"/>
          </ac:picMkLst>
        </pc:picChg>
      </pc:sldChg>
      <pc:sldChg chg="modSp add">
        <pc:chgData name="Full Circle" userId="cac89230174ef31a" providerId="LiveId" clId="{2170CBEE-523D-4CC5-B8AE-0C98C8F19AD1}" dt="2020-04-17T05:33:54.407" v="342" actId="207"/>
        <pc:sldMkLst>
          <pc:docMk/>
          <pc:sldMk cId="2423853045" sldId="806"/>
        </pc:sldMkLst>
        <pc:spChg chg="mod">
          <ac:chgData name="Full Circle" userId="cac89230174ef31a" providerId="LiveId" clId="{2170CBEE-523D-4CC5-B8AE-0C98C8F19AD1}" dt="2020-04-17T05:33:54.407" v="342" actId="207"/>
          <ac:spMkLst>
            <pc:docMk/>
            <pc:sldMk cId="2423853045" sldId="806"/>
            <ac:spMk id="8196" creationId="{00000000-0000-0000-0000-000000000000}"/>
          </ac:spMkLst>
        </pc:spChg>
      </pc:sldChg>
      <pc:sldChg chg="modSp add del">
        <pc:chgData name="Full Circle" userId="cac89230174ef31a" providerId="LiveId" clId="{2170CBEE-523D-4CC5-B8AE-0C98C8F19AD1}" dt="2020-04-17T05:23:15.204" v="302" actId="2696"/>
        <pc:sldMkLst>
          <pc:docMk/>
          <pc:sldMk cId="2679165066" sldId="806"/>
        </pc:sldMkLst>
        <pc:spChg chg="mod">
          <ac:chgData name="Full Circle" userId="cac89230174ef31a" providerId="LiveId" clId="{2170CBEE-523D-4CC5-B8AE-0C98C8F19AD1}" dt="2020-04-17T05:12:10.865" v="288"/>
          <ac:spMkLst>
            <pc:docMk/>
            <pc:sldMk cId="2679165066" sldId="806"/>
            <ac:spMk id="3" creationId="{649CBC90-A5CC-524F-8690-D44C5C31EED8}"/>
          </ac:spMkLst>
        </pc:spChg>
      </pc:sldChg>
      <pc:sldChg chg="addSp delSp modSp add">
        <pc:chgData name="Full Circle" userId="cac89230174ef31a" providerId="LiveId" clId="{2170CBEE-523D-4CC5-B8AE-0C98C8F19AD1}" dt="2020-04-17T06:43:00.443" v="1657" actId="20577"/>
        <pc:sldMkLst>
          <pc:docMk/>
          <pc:sldMk cId="290679397" sldId="807"/>
        </pc:sldMkLst>
        <pc:spChg chg="add mod">
          <ac:chgData name="Full Circle" userId="cac89230174ef31a" providerId="LiveId" clId="{2170CBEE-523D-4CC5-B8AE-0C98C8F19AD1}" dt="2020-04-17T06:35:57.203" v="1545" actId="1076"/>
          <ac:spMkLst>
            <pc:docMk/>
            <pc:sldMk cId="290679397" sldId="807"/>
            <ac:spMk id="2" creationId="{9E2C6A91-B892-4956-B549-6AC60980FA23}"/>
          </ac:spMkLst>
        </pc:spChg>
        <pc:spChg chg="mod">
          <ac:chgData name="Full Circle" userId="cac89230174ef31a" providerId="LiveId" clId="{2170CBEE-523D-4CC5-B8AE-0C98C8F19AD1}" dt="2020-04-17T06:43:00.443" v="1657" actId="20577"/>
          <ac:spMkLst>
            <pc:docMk/>
            <pc:sldMk cId="290679397" sldId="807"/>
            <ac:spMk id="3" creationId="{649CBC90-A5CC-524F-8690-D44C5C31EED8}"/>
          </ac:spMkLst>
        </pc:spChg>
        <pc:spChg chg="add del">
          <ac:chgData name="Full Circle" userId="cac89230174ef31a" providerId="LiveId" clId="{2170CBEE-523D-4CC5-B8AE-0C98C8F19AD1}" dt="2020-04-17T06:38:13.080" v="1557"/>
          <ac:spMkLst>
            <pc:docMk/>
            <pc:sldMk cId="290679397" sldId="807"/>
            <ac:spMk id="6" creationId="{4F4D484D-366D-4C8D-ADE2-4A34F79C1B9E}"/>
          </ac:spMkLst>
        </pc:spChg>
        <pc:spChg chg="mod">
          <ac:chgData name="Full Circle" userId="cac89230174ef31a" providerId="LiveId" clId="{2170CBEE-523D-4CC5-B8AE-0C98C8F19AD1}" dt="2020-04-17T05:44:58.913" v="509"/>
          <ac:spMkLst>
            <pc:docMk/>
            <pc:sldMk cId="290679397" sldId="807"/>
            <ac:spMk id="38" creationId="{6607B4C3-61AF-43A9-AA8A-3F8D949848C4}"/>
          </ac:spMkLst>
        </pc:spChg>
        <pc:spChg chg="mod">
          <ac:chgData name="Full Circle" userId="cac89230174ef31a" providerId="LiveId" clId="{2170CBEE-523D-4CC5-B8AE-0C98C8F19AD1}" dt="2020-04-17T06:38:36.921" v="1566" actId="1076"/>
          <ac:spMkLst>
            <pc:docMk/>
            <pc:sldMk cId="290679397" sldId="807"/>
            <ac:spMk id="39" creationId="{953A71B4-D3FD-4DB9-8AC9-64947965AD5C}"/>
          </ac:spMkLst>
        </pc:spChg>
        <pc:spChg chg="mod">
          <ac:chgData name="Full Circle" userId="cac89230174ef31a" providerId="LiveId" clId="{2170CBEE-523D-4CC5-B8AE-0C98C8F19AD1}" dt="2020-04-17T05:46:47.163" v="558"/>
          <ac:spMkLst>
            <pc:docMk/>
            <pc:sldMk cId="290679397" sldId="807"/>
            <ac:spMk id="44" creationId="{F66661E3-DE13-4515-BF95-4E994F2FF623}"/>
          </ac:spMkLst>
        </pc:spChg>
        <pc:picChg chg="add mod">
          <ac:chgData name="Full Circle" userId="cac89230174ef31a" providerId="LiveId" clId="{2170CBEE-523D-4CC5-B8AE-0C98C8F19AD1}" dt="2020-04-17T06:39:48.020" v="1583" actId="1076"/>
          <ac:picMkLst>
            <pc:docMk/>
            <pc:sldMk cId="290679397" sldId="807"/>
            <ac:picMk id="5" creationId="{B76FF826-CC35-4137-966F-73A7639EF91A}"/>
          </ac:picMkLst>
        </pc:picChg>
        <pc:picChg chg="add mod">
          <ac:chgData name="Full Circle" userId="cac89230174ef31a" providerId="LiveId" clId="{2170CBEE-523D-4CC5-B8AE-0C98C8F19AD1}" dt="2020-04-17T06:41:33.862" v="1596" actId="1076"/>
          <ac:picMkLst>
            <pc:docMk/>
            <pc:sldMk cId="290679397" sldId="807"/>
            <ac:picMk id="7" creationId="{D8D731BE-4DD6-4FDE-8F99-68572BC11201}"/>
          </ac:picMkLst>
        </pc:picChg>
        <pc:picChg chg="add mod">
          <ac:chgData name="Full Circle" userId="cac89230174ef31a" providerId="LiveId" clId="{2170CBEE-523D-4CC5-B8AE-0C98C8F19AD1}" dt="2020-04-17T06:35:03.635" v="1538" actId="1076"/>
          <ac:picMkLst>
            <pc:docMk/>
            <pc:sldMk cId="290679397" sldId="807"/>
            <ac:picMk id="12" creationId="{FEDAFCAE-B472-4A61-A812-C93146066688}"/>
          </ac:picMkLst>
        </pc:picChg>
        <pc:picChg chg="del">
          <ac:chgData name="Full Circle" userId="cac89230174ef31a" providerId="LiveId" clId="{2170CBEE-523D-4CC5-B8AE-0C98C8F19AD1}" dt="2020-04-17T06:35:00.734" v="1537" actId="478"/>
          <ac:picMkLst>
            <pc:docMk/>
            <pc:sldMk cId="290679397" sldId="807"/>
            <ac:picMk id="40" creationId="{D3B68D8C-400E-4033-A20E-EFF2B314CE2E}"/>
          </ac:picMkLst>
        </pc:picChg>
        <pc:picChg chg="del">
          <ac:chgData name="Full Circle" userId="cac89230174ef31a" providerId="LiveId" clId="{2170CBEE-523D-4CC5-B8AE-0C98C8F19AD1}" dt="2020-04-17T06:34:24.577" v="1534" actId="478"/>
          <ac:picMkLst>
            <pc:docMk/>
            <pc:sldMk cId="290679397" sldId="807"/>
            <ac:picMk id="41" creationId="{46EF9BB2-A607-48FD-A613-A6983C328CD7}"/>
          </ac:picMkLst>
        </pc:picChg>
        <pc:picChg chg="del">
          <ac:chgData name="Full Circle" userId="cac89230174ef31a" providerId="LiveId" clId="{2170CBEE-523D-4CC5-B8AE-0C98C8F19AD1}" dt="2020-04-17T06:36:00.488" v="1547" actId="478"/>
          <ac:picMkLst>
            <pc:docMk/>
            <pc:sldMk cId="290679397" sldId="807"/>
            <ac:picMk id="42" creationId="{C89ACA28-BC17-4D18-BA71-14C0A57312C8}"/>
          </ac:picMkLst>
        </pc:picChg>
        <pc:picChg chg="del">
          <ac:chgData name="Full Circle" userId="cac89230174ef31a" providerId="LiveId" clId="{2170CBEE-523D-4CC5-B8AE-0C98C8F19AD1}" dt="2020-04-17T06:35:05.866" v="1539" actId="478"/>
          <ac:picMkLst>
            <pc:docMk/>
            <pc:sldMk cId="290679397" sldId="807"/>
            <ac:picMk id="43" creationId="{CF487AB2-AD0D-4D51-88E5-1FA7C4CC37FC}"/>
          </ac:picMkLst>
        </pc:picChg>
        <pc:picChg chg="del">
          <ac:chgData name="Full Circle" userId="cac89230174ef31a" providerId="LiveId" clId="{2170CBEE-523D-4CC5-B8AE-0C98C8F19AD1}" dt="2020-04-17T06:35:58.980" v="1546" actId="478"/>
          <ac:picMkLst>
            <pc:docMk/>
            <pc:sldMk cId="290679397" sldId="807"/>
            <ac:picMk id="1026" creationId="{805FE249-2F44-4970-B639-FA951F76381D}"/>
          </ac:picMkLst>
        </pc:picChg>
        <pc:picChg chg="add del mod">
          <ac:chgData name="Full Circle" userId="cac89230174ef31a" providerId="LiveId" clId="{2170CBEE-523D-4CC5-B8AE-0C98C8F19AD1}" dt="2020-04-17T06:38:37.569" v="1567"/>
          <ac:picMkLst>
            <pc:docMk/>
            <pc:sldMk cId="290679397" sldId="807"/>
            <ac:picMk id="6148" creationId="{6ED5134D-7834-431A-B418-8A1E42E9281B}"/>
          </ac:picMkLst>
        </pc:picChg>
        <pc:picChg chg="add mod">
          <ac:chgData name="Full Circle" userId="cac89230174ef31a" providerId="LiveId" clId="{2170CBEE-523D-4CC5-B8AE-0C98C8F19AD1}" dt="2020-04-17T06:38:55.066" v="1575" actId="1076"/>
          <ac:picMkLst>
            <pc:docMk/>
            <pc:sldMk cId="290679397" sldId="807"/>
            <ac:picMk id="6150" creationId="{3A93520D-F1FF-443C-A9C0-AE442B9809C5}"/>
          </ac:picMkLst>
        </pc:picChg>
        <pc:picChg chg="add mod">
          <ac:chgData name="Full Circle" userId="cac89230174ef31a" providerId="LiveId" clId="{2170CBEE-523D-4CC5-B8AE-0C98C8F19AD1}" dt="2020-04-17T06:39:51.083" v="1585" actId="1076"/>
          <ac:picMkLst>
            <pc:docMk/>
            <pc:sldMk cId="290679397" sldId="807"/>
            <ac:picMk id="6152" creationId="{AAB1FD5F-DA53-4170-92C3-02F973A09901}"/>
          </ac:picMkLst>
        </pc:picChg>
        <pc:picChg chg="add del mod">
          <ac:chgData name="Full Circle" userId="cac89230174ef31a" providerId="LiveId" clId="{2170CBEE-523D-4CC5-B8AE-0C98C8F19AD1}" dt="2020-04-17T06:41:14.332" v="1593"/>
          <ac:picMkLst>
            <pc:docMk/>
            <pc:sldMk cId="290679397" sldId="807"/>
            <ac:picMk id="6154" creationId="{41851207-BD96-41BB-85F1-3045EF5F9B28}"/>
          </ac:picMkLst>
        </pc:picChg>
      </pc:sldChg>
      <pc:sldChg chg="add del">
        <pc:chgData name="Full Circle" userId="cac89230174ef31a" providerId="LiveId" clId="{2170CBEE-523D-4CC5-B8AE-0C98C8F19AD1}" dt="2020-04-17T05:37:24.229" v="391"/>
        <pc:sldMkLst>
          <pc:docMk/>
          <pc:sldMk cId="1473678704" sldId="807"/>
        </pc:sldMkLst>
      </pc:sldChg>
      <pc:sldChg chg="modSp add">
        <pc:chgData name="Full Circle" userId="cac89230174ef31a" providerId="LiveId" clId="{2170CBEE-523D-4CC5-B8AE-0C98C8F19AD1}" dt="2020-04-17T06:42:50.777" v="1648" actId="20577"/>
        <pc:sldMkLst>
          <pc:docMk/>
          <pc:sldMk cId="3897359469" sldId="808"/>
        </pc:sldMkLst>
        <pc:spChg chg="mod">
          <ac:chgData name="Full Circle" userId="cac89230174ef31a" providerId="LiveId" clId="{2170CBEE-523D-4CC5-B8AE-0C98C8F19AD1}" dt="2020-04-17T06:42:50.777" v="1648" actId="20577"/>
          <ac:spMkLst>
            <pc:docMk/>
            <pc:sldMk cId="3897359469" sldId="808"/>
            <ac:spMk id="3" creationId="{649CBC90-A5CC-524F-8690-D44C5C31EED8}"/>
          </ac:spMkLst>
        </pc:spChg>
      </pc:sldChg>
      <pc:sldChg chg="addSp delSp modSp add">
        <pc:chgData name="Full Circle" userId="cac89230174ef31a" providerId="LiveId" clId="{2170CBEE-523D-4CC5-B8AE-0C98C8F19AD1}" dt="2020-04-17T07:00:33.035" v="1965"/>
        <pc:sldMkLst>
          <pc:docMk/>
          <pc:sldMk cId="1226494055" sldId="809"/>
        </pc:sldMkLst>
        <pc:spChg chg="add">
          <ac:chgData name="Full Circle" userId="cac89230174ef31a" providerId="LiveId" clId="{2170CBEE-523D-4CC5-B8AE-0C98C8F19AD1}" dt="2020-04-17T06:45:04.534" v="1670"/>
          <ac:spMkLst>
            <pc:docMk/>
            <pc:sldMk cId="1226494055" sldId="809"/>
            <ac:spMk id="2" creationId="{05067580-10DD-4B06-8881-2A2A90F25215}"/>
          </ac:spMkLst>
        </pc:spChg>
        <pc:spChg chg="mod">
          <ac:chgData name="Full Circle" userId="cac89230174ef31a" providerId="LiveId" clId="{2170CBEE-523D-4CC5-B8AE-0C98C8F19AD1}" dt="2020-04-17T07:00:33.035" v="1965"/>
          <ac:spMkLst>
            <pc:docMk/>
            <pc:sldMk cId="1226494055" sldId="809"/>
            <ac:spMk id="3" creationId="{649CBC90-A5CC-524F-8690-D44C5C31EED8}"/>
          </ac:spMkLst>
        </pc:spChg>
        <pc:spChg chg="add mod">
          <ac:chgData name="Full Circle" userId="cac89230174ef31a" providerId="LiveId" clId="{2170CBEE-523D-4CC5-B8AE-0C98C8F19AD1}" dt="2020-04-17T06:51:51.749" v="1801" actId="1076"/>
          <ac:spMkLst>
            <pc:docMk/>
            <pc:sldMk cId="1226494055" sldId="809"/>
            <ac:spMk id="6" creationId="{EB4DEF5E-9EBC-4C15-A189-1E878DDE4928}"/>
          </ac:spMkLst>
        </pc:spChg>
        <pc:spChg chg="mod">
          <ac:chgData name="Full Circle" userId="cac89230174ef31a" providerId="LiveId" clId="{2170CBEE-523D-4CC5-B8AE-0C98C8F19AD1}" dt="2020-04-17T06:42:08.067" v="1619"/>
          <ac:spMkLst>
            <pc:docMk/>
            <pc:sldMk cId="1226494055" sldId="809"/>
            <ac:spMk id="38" creationId="{6607B4C3-61AF-43A9-AA8A-3F8D949848C4}"/>
          </ac:spMkLst>
        </pc:spChg>
        <pc:spChg chg="mod">
          <ac:chgData name="Full Circle" userId="cac89230174ef31a" providerId="LiveId" clId="{2170CBEE-523D-4CC5-B8AE-0C98C8F19AD1}" dt="2020-04-17T06:44:01.658" v="1662" actId="1076"/>
          <ac:spMkLst>
            <pc:docMk/>
            <pc:sldMk cId="1226494055" sldId="809"/>
            <ac:spMk id="39" creationId="{953A71B4-D3FD-4DB9-8AC9-64947965AD5C}"/>
          </ac:spMkLst>
        </pc:spChg>
        <pc:spChg chg="mod">
          <ac:chgData name="Full Circle" userId="cac89230174ef31a" providerId="LiveId" clId="{2170CBEE-523D-4CC5-B8AE-0C98C8F19AD1}" dt="2020-04-17T06:51:17.318" v="1787"/>
          <ac:spMkLst>
            <pc:docMk/>
            <pc:sldMk cId="1226494055" sldId="809"/>
            <ac:spMk id="44" creationId="{F66661E3-DE13-4515-BF95-4E994F2FF623}"/>
          </ac:spMkLst>
        </pc:spChg>
        <pc:picChg chg="add mod">
          <ac:chgData name="Full Circle" userId="cac89230174ef31a" providerId="LiveId" clId="{2170CBEE-523D-4CC5-B8AE-0C98C8F19AD1}" dt="2020-04-17T06:47:32.545" v="1680" actId="1076"/>
          <ac:picMkLst>
            <pc:docMk/>
            <pc:sldMk cId="1226494055" sldId="809"/>
            <ac:picMk id="4" creationId="{AEF6B011-0D1A-4F53-824D-65482EAABBE7}"/>
          </ac:picMkLst>
        </pc:picChg>
        <pc:picChg chg="add mod">
          <ac:chgData name="Full Circle" userId="cac89230174ef31a" providerId="LiveId" clId="{2170CBEE-523D-4CC5-B8AE-0C98C8F19AD1}" dt="2020-04-17T06:48:42.852" v="1688" actId="1076"/>
          <ac:picMkLst>
            <pc:docMk/>
            <pc:sldMk cId="1226494055" sldId="809"/>
            <ac:picMk id="5" creationId="{A6BA2D3A-60BE-4BD0-934D-B8F53B552C58}"/>
          </ac:picMkLst>
        </pc:picChg>
        <pc:picChg chg="del">
          <ac:chgData name="Full Circle" userId="cac89230174ef31a" providerId="LiveId" clId="{2170CBEE-523D-4CC5-B8AE-0C98C8F19AD1}" dt="2020-04-17T06:42:39.782" v="1637" actId="478"/>
          <ac:picMkLst>
            <pc:docMk/>
            <pc:sldMk cId="1226494055" sldId="809"/>
            <ac:picMk id="40" creationId="{D3B68D8C-400E-4033-A20E-EFF2B314CE2E}"/>
          </ac:picMkLst>
        </pc:picChg>
        <pc:picChg chg="del">
          <ac:chgData name="Full Circle" userId="cac89230174ef31a" providerId="LiveId" clId="{2170CBEE-523D-4CC5-B8AE-0C98C8F19AD1}" dt="2020-04-17T06:42:40.466" v="1638" actId="478"/>
          <ac:picMkLst>
            <pc:docMk/>
            <pc:sldMk cId="1226494055" sldId="809"/>
            <ac:picMk id="41" creationId="{46EF9BB2-A607-48FD-A613-A6983C328CD7}"/>
          </ac:picMkLst>
        </pc:picChg>
        <pc:picChg chg="del">
          <ac:chgData name="Full Circle" userId="cac89230174ef31a" providerId="LiveId" clId="{2170CBEE-523D-4CC5-B8AE-0C98C8F19AD1}" dt="2020-04-17T06:42:42.207" v="1640" actId="478"/>
          <ac:picMkLst>
            <pc:docMk/>
            <pc:sldMk cId="1226494055" sldId="809"/>
            <ac:picMk id="42" creationId="{C89ACA28-BC17-4D18-BA71-14C0A57312C8}"/>
          </ac:picMkLst>
        </pc:picChg>
        <pc:picChg chg="del">
          <ac:chgData name="Full Circle" userId="cac89230174ef31a" providerId="LiveId" clId="{2170CBEE-523D-4CC5-B8AE-0C98C8F19AD1}" dt="2020-04-17T06:42:41.371" v="1639" actId="478"/>
          <ac:picMkLst>
            <pc:docMk/>
            <pc:sldMk cId="1226494055" sldId="809"/>
            <ac:picMk id="43" creationId="{CF487AB2-AD0D-4D51-88E5-1FA7C4CC37FC}"/>
          </ac:picMkLst>
        </pc:picChg>
        <pc:picChg chg="del">
          <ac:chgData name="Full Circle" userId="cac89230174ef31a" providerId="LiveId" clId="{2170CBEE-523D-4CC5-B8AE-0C98C8F19AD1}" dt="2020-04-17T06:42:42.727" v="1641" actId="478"/>
          <ac:picMkLst>
            <pc:docMk/>
            <pc:sldMk cId="1226494055" sldId="809"/>
            <ac:picMk id="1026" creationId="{805FE249-2F44-4970-B639-FA951F76381D}"/>
          </ac:picMkLst>
        </pc:picChg>
        <pc:picChg chg="add del mod">
          <ac:chgData name="Full Circle" userId="cac89230174ef31a" providerId="LiveId" clId="{2170CBEE-523D-4CC5-B8AE-0C98C8F19AD1}" dt="2020-04-17T06:44:02.241" v="1663"/>
          <ac:picMkLst>
            <pc:docMk/>
            <pc:sldMk cId="1226494055" sldId="809"/>
            <ac:picMk id="4098" creationId="{3FCB94B3-16F1-44BC-966F-D28CEFFACE02}"/>
          </ac:picMkLst>
        </pc:picChg>
        <pc:picChg chg="add mod">
          <ac:chgData name="Full Circle" userId="cac89230174ef31a" providerId="LiveId" clId="{2170CBEE-523D-4CC5-B8AE-0C98C8F19AD1}" dt="2020-04-17T06:44:12.126" v="1669" actId="14100"/>
          <ac:picMkLst>
            <pc:docMk/>
            <pc:sldMk cId="1226494055" sldId="809"/>
            <ac:picMk id="4100" creationId="{0F465867-5473-4E19-9B84-F198AD81C708}"/>
          </ac:picMkLst>
        </pc:picChg>
        <pc:picChg chg="add mod">
          <ac:chgData name="Full Circle" userId="cac89230174ef31a" providerId="LiveId" clId="{2170CBEE-523D-4CC5-B8AE-0C98C8F19AD1}" dt="2020-04-17T06:46:14.181" v="1678"/>
          <ac:picMkLst>
            <pc:docMk/>
            <pc:sldMk cId="1226494055" sldId="809"/>
            <ac:picMk id="4104" creationId="{689CA13A-3612-432E-B67D-9BEE86236210}"/>
          </ac:picMkLst>
        </pc:picChg>
      </pc:sldChg>
      <pc:sldChg chg="addSp delSp modSp add">
        <pc:chgData name="Full Circle" userId="cac89230174ef31a" providerId="LiveId" clId="{2170CBEE-523D-4CC5-B8AE-0C98C8F19AD1}" dt="2020-04-17T07:00:25.690" v="1960"/>
        <pc:sldMkLst>
          <pc:docMk/>
          <pc:sldMk cId="3228956032" sldId="810"/>
        </pc:sldMkLst>
        <pc:spChg chg="add mod">
          <ac:chgData name="Full Circle" userId="cac89230174ef31a" providerId="LiveId" clId="{2170CBEE-523D-4CC5-B8AE-0C98C8F19AD1}" dt="2020-04-17T06:56:42.952" v="1891" actId="1076"/>
          <ac:spMkLst>
            <pc:docMk/>
            <pc:sldMk cId="3228956032" sldId="810"/>
            <ac:spMk id="2" creationId="{6223717B-77C3-49C7-A8C6-43D185642979}"/>
          </ac:spMkLst>
        </pc:spChg>
        <pc:spChg chg="mod">
          <ac:chgData name="Full Circle" userId="cac89230174ef31a" providerId="LiveId" clId="{2170CBEE-523D-4CC5-B8AE-0C98C8F19AD1}" dt="2020-04-17T07:00:25.690" v="1960"/>
          <ac:spMkLst>
            <pc:docMk/>
            <pc:sldMk cId="3228956032" sldId="810"/>
            <ac:spMk id="3" creationId="{649CBC90-A5CC-524F-8690-D44C5C31EED8}"/>
          </ac:spMkLst>
        </pc:spChg>
        <pc:spChg chg="add del">
          <ac:chgData name="Full Circle" userId="cac89230174ef31a" providerId="LiveId" clId="{2170CBEE-523D-4CC5-B8AE-0C98C8F19AD1}" dt="2020-04-17T06:57:53.896" v="1899"/>
          <ac:spMkLst>
            <pc:docMk/>
            <pc:sldMk cId="3228956032" sldId="810"/>
            <ac:spMk id="20" creationId="{F769A702-C138-412D-A5D4-5F78003BCDF7}"/>
          </ac:spMkLst>
        </pc:spChg>
        <pc:spChg chg="add del mod">
          <ac:chgData name="Full Circle" userId="cac89230174ef31a" providerId="LiveId" clId="{2170CBEE-523D-4CC5-B8AE-0C98C8F19AD1}" dt="2020-04-17T06:58:03.363" v="1905"/>
          <ac:spMkLst>
            <pc:docMk/>
            <pc:sldMk cId="3228956032" sldId="810"/>
            <ac:spMk id="22" creationId="{0B0D2CBA-2DA5-4981-8AC3-376E63739DCF}"/>
          </ac:spMkLst>
        </pc:spChg>
        <pc:spChg chg="add del">
          <ac:chgData name="Full Circle" userId="cac89230174ef31a" providerId="LiveId" clId="{2170CBEE-523D-4CC5-B8AE-0C98C8F19AD1}" dt="2020-04-17T06:58:06.365" v="1907"/>
          <ac:spMkLst>
            <pc:docMk/>
            <pc:sldMk cId="3228956032" sldId="810"/>
            <ac:spMk id="24" creationId="{C9E6D9D2-33C1-4905-9972-CD578455A545}"/>
          </ac:spMkLst>
        </pc:spChg>
        <pc:spChg chg="add del mod">
          <ac:chgData name="Full Circle" userId="cac89230174ef31a" providerId="LiveId" clId="{2170CBEE-523D-4CC5-B8AE-0C98C8F19AD1}" dt="2020-04-17T06:58:14.495" v="1915"/>
          <ac:spMkLst>
            <pc:docMk/>
            <pc:sldMk cId="3228956032" sldId="810"/>
            <ac:spMk id="26" creationId="{E54052A9-4C65-4100-A890-4B9EA6DC00B2}"/>
          </ac:spMkLst>
        </pc:spChg>
        <pc:spChg chg="add del mod">
          <ac:chgData name="Full Circle" userId="cac89230174ef31a" providerId="LiveId" clId="{2170CBEE-523D-4CC5-B8AE-0C98C8F19AD1}" dt="2020-04-17T06:58:41.195" v="1925" actId="21"/>
          <ac:spMkLst>
            <pc:docMk/>
            <pc:sldMk cId="3228956032" sldId="810"/>
            <ac:spMk id="28" creationId="{A48B7DE1-107D-47CA-964D-B0EB3D8910D2}"/>
          </ac:spMkLst>
        </pc:spChg>
        <pc:spChg chg="mod">
          <ac:chgData name="Full Circle" userId="cac89230174ef31a" providerId="LiveId" clId="{2170CBEE-523D-4CC5-B8AE-0C98C8F19AD1}" dt="2020-04-17T06:59:52.260" v="1955"/>
          <ac:spMkLst>
            <pc:docMk/>
            <pc:sldMk cId="3228956032" sldId="810"/>
            <ac:spMk id="38" creationId="{6607B4C3-61AF-43A9-AA8A-3F8D949848C4}"/>
          </ac:spMkLst>
        </pc:spChg>
        <pc:spChg chg="add del mod">
          <ac:chgData name="Full Circle" userId="cac89230174ef31a" providerId="LiveId" clId="{2170CBEE-523D-4CC5-B8AE-0C98C8F19AD1}" dt="2020-04-17T06:57:50.675" v="1896" actId="1076"/>
          <ac:spMkLst>
            <pc:docMk/>
            <pc:sldMk cId="3228956032" sldId="810"/>
            <ac:spMk id="39" creationId="{953A71B4-D3FD-4DB9-8AC9-64947965AD5C}"/>
          </ac:spMkLst>
        </pc:spChg>
        <pc:spChg chg="mod">
          <ac:chgData name="Full Circle" userId="cac89230174ef31a" providerId="LiveId" clId="{2170CBEE-523D-4CC5-B8AE-0C98C8F19AD1}" dt="2020-04-17T06:59:44.261" v="1946"/>
          <ac:spMkLst>
            <pc:docMk/>
            <pc:sldMk cId="3228956032" sldId="810"/>
            <ac:spMk id="44" creationId="{F66661E3-DE13-4515-BF95-4E994F2FF623}"/>
          </ac:spMkLst>
        </pc:spChg>
        <pc:picChg chg="add mod">
          <ac:chgData name="Full Circle" userId="cac89230174ef31a" providerId="LiveId" clId="{2170CBEE-523D-4CC5-B8AE-0C98C8F19AD1}" dt="2020-04-17T06:53:51.826" v="1867" actId="1076"/>
          <ac:picMkLst>
            <pc:docMk/>
            <pc:sldMk cId="3228956032" sldId="810"/>
            <ac:picMk id="12" creationId="{45D71B3F-F6AE-4191-8470-55965539DA5C}"/>
          </ac:picMkLst>
        </pc:picChg>
        <pc:picChg chg="add mod">
          <ac:chgData name="Full Circle" userId="cac89230174ef31a" providerId="LiveId" clId="{2170CBEE-523D-4CC5-B8AE-0C98C8F19AD1}" dt="2020-04-17T06:54:55.028" v="1880" actId="1076"/>
          <ac:picMkLst>
            <pc:docMk/>
            <pc:sldMk cId="3228956032" sldId="810"/>
            <ac:picMk id="13" creationId="{EFEFC455-BD19-4EB7-8243-02F22D836B18}"/>
          </ac:picMkLst>
        </pc:picChg>
        <pc:picChg chg="add del">
          <ac:chgData name="Full Circle" userId="cac89230174ef31a" providerId="LiveId" clId="{2170CBEE-523D-4CC5-B8AE-0C98C8F19AD1}" dt="2020-04-17T06:57:53.896" v="1899"/>
          <ac:picMkLst>
            <pc:docMk/>
            <pc:sldMk cId="3228956032" sldId="810"/>
            <ac:picMk id="21" creationId="{679DCD03-9CB3-45E9-AF6D-4E4668903A7D}"/>
          </ac:picMkLst>
        </pc:picChg>
        <pc:picChg chg="add del mod">
          <ac:chgData name="Full Circle" userId="cac89230174ef31a" providerId="LiveId" clId="{2170CBEE-523D-4CC5-B8AE-0C98C8F19AD1}" dt="2020-04-17T06:58:03.363" v="1905"/>
          <ac:picMkLst>
            <pc:docMk/>
            <pc:sldMk cId="3228956032" sldId="810"/>
            <ac:picMk id="23" creationId="{BEDADE98-4142-4CEE-AD11-558F22128EC9}"/>
          </ac:picMkLst>
        </pc:picChg>
        <pc:picChg chg="add del">
          <ac:chgData name="Full Circle" userId="cac89230174ef31a" providerId="LiveId" clId="{2170CBEE-523D-4CC5-B8AE-0C98C8F19AD1}" dt="2020-04-17T06:58:06.365" v="1907"/>
          <ac:picMkLst>
            <pc:docMk/>
            <pc:sldMk cId="3228956032" sldId="810"/>
            <ac:picMk id="25" creationId="{69A451D5-AA21-437E-A45F-C66305F918D5}"/>
          </ac:picMkLst>
        </pc:picChg>
        <pc:picChg chg="add del mod">
          <ac:chgData name="Full Circle" userId="cac89230174ef31a" providerId="LiveId" clId="{2170CBEE-523D-4CC5-B8AE-0C98C8F19AD1}" dt="2020-04-17T06:58:14.495" v="1915"/>
          <ac:picMkLst>
            <pc:docMk/>
            <pc:sldMk cId="3228956032" sldId="810"/>
            <ac:picMk id="27" creationId="{4DE068AF-A289-421F-B39A-8F1797644C94}"/>
          </ac:picMkLst>
        </pc:picChg>
        <pc:picChg chg="add mod">
          <ac:chgData name="Full Circle" userId="cac89230174ef31a" providerId="LiveId" clId="{2170CBEE-523D-4CC5-B8AE-0C98C8F19AD1}" dt="2020-04-17T06:59:27.583" v="1928"/>
          <ac:picMkLst>
            <pc:docMk/>
            <pc:sldMk cId="3228956032" sldId="810"/>
            <ac:picMk id="29" creationId="{CAC1753D-AC79-4CA4-86B6-F4C16427F1D7}"/>
          </ac:picMkLst>
        </pc:picChg>
        <pc:picChg chg="del">
          <ac:chgData name="Full Circle" userId="cac89230174ef31a" providerId="LiveId" clId="{2170CBEE-523D-4CC5-B8AE-0C98C8F19AD1}" dt="2020-04-17T06:52:47.598" v="1849" actId="478"/>
          <ac:picMkLst>
            <pc:docMk/>
            <pc:sldMk cId="3228956032" sldId="810"/>
            <ac:picMk id="40" creationId="{D3B68D8C-400E-4033-A20E-EFF2B314CE2E}"/>
          </ac:picMkLst>
        </pc:picChg>
        <pc:picChg chg="del">
          <ac:chgData name="Full Circle" userId="cac89230174ef31a" providerId="LiveId" clId="{2170CBEE-523D-4CC5-B8AE-0C98C8F19AD1}" dt="2020-04-17T06:52:48.559" v="1850" actId="478"/>
          <ac:picMkLst>
            <pc:docMk/>
            <pc:sldMk cId="3228956032" sldId="810"/>
            <ac:picMk id="41" creationId="{46EF9BB2-A607-48FD-A613-A6983C328CD7}"/>
          </ac:picMkLst>
        </pc:picChg>
        <pc:picChg chg="del">
          <ac:chgData name="Full Circle" userId="cac89230174ef31a" providerId="LiveId" clId="{2170CBEE-523D-4CC5-B8AE-0C98C8F19AD1}" dt="2020-04-17T06:52:49.999" v="1852" actId="478"/>
          <ac:picMkLst>
            <pc:docMk/>
            <pc:sldMk cId="3228956032" sldId="810"/>
            <ac:picMk id="42" creationId="{C89ACA28-BC17-4D18-BA71-14C0A57312C8}"/>
          </ac:picMkLst>
        </pc:picChg>
        <pc:picChg chg="del">
          <ac:chgData name="Full Circle" userId="cac89230174ef31a" providerId="LiveId" clId="{2170CBEE-523D-4CC5-B8AE-0C98C8F19AD1}" dt="2020-04-17T06:52:49.253" v="1851" actId="478"/>
          <ac:picMkLst>
            <pc:docMk/>
            <pc:sldMk cId="3228956032" sldId="810"/>
            <ac:picMk id="43" creationId="{CF487AB2-AD0D-4D51-88E5-1FA7C4CC37FC}"/>
          </ac:picMkLst>
        </pc:picChg>
        <pc:picChg chg="del">
          <ac:chgData name="Full Circle" userId="cac89230174ef31a" providerId="LiveId" clId="{2170CBEE-523D-4CC5-B8AE-0C98C8F19AD1}" dt="2020-04-17T06:52:50.492" v="1853" actId="478"/>
          <ac:picMkLst>
            <pc:docMk/>
            <pc:sldMk cId="3228956032" sldId="810"/>
            <ac:picMk id="1026" creationId="{805FE249-2F44-4970-B639-FA951F76381D}"/>
          </ac:picMkLst>
        </pc:picChg>
        <pc:picChg chg="add mod">
          <ac:chgData name="Full Circle" userId="cac89230174ef31a" providerId="LiveId" clId="{2170CBEE-523D-4CC5-B8AE-0C98C8F19AD1}" dt="2020-04-17T06:54:00.848" v="1868"/>
          <ac:picMkLst>
            <pc:docMk/>
            <pc:sldMk cId="3228956032" sldId="810"/>
            <ac:picMk id="3074" creationId="{E38F7C95-3D05-4A2C-A155-CC992BF19B71}"/>
          </ac:picMkLst>
        </pc:picChg>
        <pc:picChg chg="add del">
          <ac:chgData name="Full Circle" userId="cac89230174ef31a" providerId="LiveId" clId="{2170CBEE-523D-4CC5-B8AE-0C98C8F19AD1}" dt="2020-04-17T06:54:23.016" v="1870"/>
          <ac:picMkLst>
            <pc:docMk/>
            <pc:sldMk cId="3228956032" sldId="810"/>
            <ac:picMk id="3076" creationId="{38AB5AA3-1306-4949-8CAF-7D6665A2B0A9}"/>
          </ac:picMkLst>
        </pc:picChg>
        <pc:picChg chg="add mod">
          <ac:chgData name="Full Circle" userId="cac89230174ef31a" providerId="LiveId" clId="{2170CBEE-523D-4CC5-B8AE-0C98C8F19AD1}" dt="2020-04-17T06:54:51.265" v="1879"/>
          <ac:picMkLst>
            <pc:docMk/>
            <pc:sldMk cId="3228956032" sldId="810"/>
            <ac:picMk id="3078" creationId="{0EE98AA1-5FEC-430E-B730-91FF22D76C3B}"/>
          </ac:picMkLst>
        </pc:picChg>
        <pc:picChg chg="add mod">
          <ac:chgData name="Full Circle" userId="cac89230174ef31a" providerId="LiveId" clId="{2170CBEE-523D-4CC5-B8AE-0C98C8F19AD1}" dt="2020-04-17T06:56:15.275" v="1886"/>
          <ac:picMkLst>
            <pc:docMk/>
            <pc:sldMk cId="3228956032" sldId="810"/>
            <ac:picMk id="3080" creationId="{4D08C617-D7B0-4553-AFF1-CDE7BDD70237}"/>
          </ac:picMkLst>
        </pc:picChg>
        <pc:picChg chg="add del mod">
          <ac:chgData name="Full Circle" userId="cac89230174ef31a" providerId="LiveId" clId="{2170CBEE-523D-4CC5-B8AE-0C98C8F19AD1}" dt="2020-04-17T06:57:51.228" v="1897"/>
          <ac:picMkLst>
            <pc:docMk/>
            <pc:sldMk cId="3228956032" sldId="810"/>
            <ac:picMk id="3082" creationId="{DDE8B933-C2E9-4381-B373-D7467E3E18BF}"/>
          </ac:picMkLst>
        </pc:picChg>
      </pc:sldChg>
      <pc:sldChg chg="addSp delSp modSp add modAnim">
        <pc:chgData name="Full Circle" userId="cac89230174ef31a" providerId="LiveId" clId="{2170CBEE-523D-4CC5-B8AE-0C98C8F19AD1}" dt="2020-04-17T06:11:15.081" v="1403" actId="1076"/>
        <pc:sldMkLst>
          <pc:docMk/>
          <pc:sldMk cId="3231828770" sldId="811"/>
        </pc:sldMkLst>
        <pc:spChg chg="del">
          <ac:chgData name="Full Circle" userId="cac89230174ef31a" providerId="LiveId" clId="{2170CBEE-523D-4CC5-B8AE-0C98C8F19AD1}" dt="2020-04-17T05:55:08.969" v="903" actId="478"/>
          <ac:spMkLst>
            <pc:docMk/>
            <pc:sldMk cId="3231828770" sldId="811"/>
            <ac:spMk id="3" creationId="{649CBC90-A5CC-524F-8690-D44C5C31EED8}"/>
          </ac:spMkLst>
        </pc:spChg>
        <pc:spChg chg="add mod">
          <ac:chgData name="Full Circle" userId="cac89230174ef31a" providerId="LiveId" clId="{2170CBEE-523D-4CC5-B8AE-0C98C8F19AD1}" dt="2020-04-17T05:55:12.625" v="905" actId="1076"/>
          <ac:spMkLst>
            <pc:docMk/>
            <pc:sldMk cId="3231828770" sldId="811"/>
            <ac:spMk id="7" creationId="{86E467E3-C2CB-4F4A-91B3-CA15A58CCCB6}"/>
          </ac:spMkLst>
        </pc:spChg>
        <pc:spChg chg="del mod">
          <ac:chgData name="Full Circle" userId="cac89230174ef31a" providerId="LiveId" clId="{2170CBEE-523D-4CC5-B8AE-0C98C8F19AD1}" dt="2020-04-17T05:55:18.108" v="908"/>
          <ac:spMkLst>
            <pc:docMk/>
            <pc:sldMk cId="3231828770" sldId="811"/>
            <ac:spMk id="44" creationId="{F66661E3-DE13-4515-BF95-4E994F2FF623}"/>
          </ac:spMkLst>
        </pc:spChg>
        <pc:spChg chg="del">
          <ac:chgData name="Full Circle" userId="cac89230174ef31a" providerId="LiveId" clId="{2170CBEE-523D-4CC5-B8AE-0C98C8F19AD1}" dt="2020-04-17T05:55:03.340" v="902" actId="21"/>
          <ac:spMkLst>
            <pc:docMk/>
            <pc:sldMk cId="3231828770" sldId="811"/>
            <ac:spMk id="45" creationId="{D6CBD1D6-18C7-4652-95F3-E14229402518}"/>
          </ac:spMkLst>
        </pc:spChg>
        <pc:spChg chg="mod">
          <ac:chgData name="Full Circle" userId="cac89230174ef31a" providerId="LiveId" clId="{2170CBEE-523D-4CC5-B8AE-0C98C8F19AD1}" dt="2020-04-17T05:59:49.761" v="939" actId="20577"/>
          <ac:spMkLst>
            <pc:docMk/>
            <pc:sldMk cId="3231828770" sldId="811"/>
            <ac:spMk id="46" creationId="{F37D2B04-F4F1-4FD3-B6F7-6F025D30CA36}"/>
          </ac:spMkLst>
        </pc:spChg>
        <pc:picChg chg="add mod">
          <ac:chgData name="Full Circle" userId="cac89230174ef31a" providerId="LiveId" clId="{2170CBEE-523D-4CC5-B8AE-0C98C8F19AD1}" dt="2020-04-17T06:11:11.746" v="1402" actId="1076"/>
          <ac:picMkLst>
            <pc:docMk/>
            <pc:sldMk cId="3231828770" sldId="811"/>
            <ac:picMk id="2" creationId="{BDF01C81-D7BA-4530-B96F-C4850D820BE5}"/>
          </ac:picMkLst>
        </pc:picChg>
        <pc:picChg chg="add mod ord">
          <ac:chgData name="Full Circle" userId="cac89230174ef31a" providerId="LiveId" clId="{2170CBEE-523D-4CC5-B8AE-0C98C8F19AD1}" dt="2020-04-17T06:01:03.966" v="953" actId="1076"/>
          <ac:picMkLst>
            <pc:docMk/>
            <pc:sldMk cId="3231828770" sldId="811"/>
            <ac:picMk id="5" creationId="{4270F52E-5104-4501-A060-03BD711EED9D}"/>
          </ac:picMkLst>
        </pc:picChg>
        <pc:picChg chg="add mod">
          <ac:chgData name="Full Circle" userId="cac89230174ef31a" providerId="LiveId" clId="{2170CBEE-523D-4CC5-B8AE-0C98C8F19AD1}" dt="2020-04-17T06:11:15.081" v="1403" actId="1076"/>
          <ac:picMkLst>
            <pc:docMk/>
            <pc:sldMk cId="3231828770" sldId="811"/>
            <ac:picMk id="2050" creationId="{36CDD3D7-323D-40FD-9A2A-1369D8DC6EB8}"/>
          </ac:picMkLst>
        </pc:picChg>
      </pc:sldChg>
      <pc:sldChg chg="modSp add">
        <pc:chgData name="Full Circle" userId="cac89230174ef31a" providerId="LiveId" clId="{2170CBEE-523D-4CC5-B8AE-0C98C8F19AD1}" dt="2020-04-17T06:13:09.850" v="1467" actId="207"/>
        <pc:sldMkLst>
          <pc:docMk/>
          <pc:sldMk cId="3304636931" sldId="812"/>
        </pc:sldMkLst>
        <pc:spChg chg="mod">
          <ac:chgData name="Full Circle" userId="cac89230174ef31a" providerId="LiveId" clId="{2170CBEE-523D-4CC5-B8AE-0C98C8F19AD1}" dt="2020-04-17T06:13:09.850" v="1467" actId="207"/>
          <ac:spMkLst>
            <pc:docMk/>
            <pc:sldMk cId="3304636931" sldId="812"/>
            <ac:spMk id="8196" creationId="{00000000-0000-0000-0000-000000000000}"/>
          </ac:spMkLst>
        </pc:spChg>
      </pc:sldChg>
      <pc:sldChg chg="addSp delSp modSp add">
        <pc:chgData name="Full Circle" userId="cac89230174ef31a" providerId="LiveId" clId="{2170CBEE-523D-4CC5-B8AE-0C98C8F19AD1}" dt="2020-04-17T07:16:21.831" v="2167" actId="1076"/>
        <pc:sldMkLst>
          <pc:docMk/>
          <pc:sldMk cId="1131012484" sldId="813"/>
        </pc:sldMkLst>
        <pc:spChg chg="mod">
          <ac:chgData name="Full Circle" userId="cac89230174ef31a" providerId="LiveId" clId="{2170CBEE-523D-4CC5-B8AE-0C98C8F19AD1}" dt="2020-04-17T06:32:32.397" v="1527"/>
          <ac:spMkLst>
            <pc:docMk/>
            <pc:sldMk cId="1131012484" sldId="813"/>
            <ac:spMk id="3" creationId="{649CBC90-A5CC-524F-8690-D44C5C31EED8}"/>
          </ac:spMkLst>
        </pc:spChg>
        <pc:spChg chg="add del mod">
          <ac:chgData name="Full Circle" userId="cac89230174ef31a" providerId="LiveId" clId="{2170CBEE-523D-4CC5-B8AE-0C98C8F19AD1}" dt="2020-04-17T07:03:27.824" v="2103" actId="21"/>
          <ac:spMkLst>
            <pc:docMk/>
            <pc:sldMk cId="1131012484" sldId="813"/>
            <ac:spMk id="7" creationId="{E02BB122-9B34-4FB9-9BA3-BCB7F9E92FDF}"/>
          </ac:spMkLst>
        </pc:spChg>
        <pc:spChg chg="del">
          <ac:chgData name="Full Circle" userId="cac89230174ef31a" providerId="LiveId" clId="{2170CBEE-523D-4CC5-B8AE-0C98C8F19AD1}" dt="2020-04-17T06:32:24.095" v="1523" actId="478"/>
          <ac:spMkLst>
            <pc:docMk/>
            <pc:sldMk cId="1131012484" sldId="813"/>
            <ac:spMk id="44" creationId="{F66661E3-DE13-4515-BF95-4E994F2FF623}"/>
          </ac:spMkLst>
        </pc:spChg>
        <pc:spChg chg="del">
          <ac:chgData name="Full Circle" userId="cac89230174ef31a" providerId="LiveId" clId="{2170CBEE-523D-4CC5-B8AE-0C98C8F19AD1}" dt="2020-04-17T06:13:52.704" v="1477" actId="478"/>
          <ac:spMkLst>
            <pc:docMk/>
            <pc:sldMk cId="1131012484" sldId="813"/>
            <ac:spMk id="45" creationId="{D6CBD1D6-18C7-4652-95F3-E14229402518}"/>
          </ac:spMkLst>
        </pc:spChg>
        <pc:spChg chg="del">
          <ac:chgData name="Full Circle" userId="cac89230174ef31a" providerId="LiveId" clId="{2170CBEE-523D-4CC5-B8AE-0C98C8F19AD1}" dt="2020-04-17T06:13:50.792" v="1476" actId="478"/>
          <ac:spMkLst>
            <pc:docMk/>
            <pc:sldMk cId="1131012484" sldId="813"/>
            <ac:spMk id="46" creationId="{F37D2B04-F4F1-4FD3-B6F7-6F025D30CA36}"/>
          </ac:spMkLst>
        </pc:spChg>
        <pc:spChg chg="mod">
          <ac:chgData name="Full Circle" userId="cac89230174ef31a" providerId="LiveId" clId="{2170CBEE-523D-4CC5-B8AE-0C98C8F19AD1}" dt="2020-04-17T06:13:29.480" v="1475"/>
          <ac:spMkLst>
            <pc:docMk/>
            <pc:sldMk cId="1131012484" sldId="813"/>
            <ac:spMk id="9217" creationId="{00000000-0000-0000-0000-000000000000}"/>
          </ac:spMkLst>
        </pc:spChg>
        <pc:picChg chg="add mod">
          <ac:chgData name="Full Circle" userId="cac89230174ef31a" providerId="LiveId" clId="{2170CBEE-523D-4CC5-B8AE-0C98C8F19AD1}" dt="2020-04-17T07:05:36.233" v="2156" actId="1076"/>
          <ac:picMkLst>
            <pc:docMk/>
            <pc:sldMk cId="1131012484" sldId="813"/>
            <ac:picMk id="2" creationId="{81DFE156-B9BF-481E-8AE0-D7CB241F7E55}"/>
          </ac:picMkLst>
        </pc:picChg>
        <pc:picChg chg="add mod">
          <ac:chgData name="Full Circle" userId="cac89230174ef31a" providerId="LiveId" clId="{2170CBEE-523D-4CC5-B8AE-0C98C8F19AD1}" dt="2020-04-17T07:15:21.604" v="2161" actId="1076"/>
          <ac:picMkLst>
            <pc:docMk/>
            <pc:sldMk cId="1131012484" sldId="813"/>
            <ac:picMk id="4" creationId="{A2EDAAE9-E287-4779-A7FC-BC37951B2158}"/>
          </ac:picMkLst>
        </pc:picChg>
        <pc:picChg chg="add mod">
          <ac:chgData name="Full Circle" userId="cac89230174ef31a" providerId="LiveId" clId="{2170CBEE-523D-4CC5-B8AE-0C98C8F19AD1}" dt="2020-04-17T07:15:47.995" v="2164" actId="1076"/>
          <ac:picMkLst>
            <pc:docMk/>
            <pc:sldMk cId="1131012484" sldId="813"/>
            <ac:picMk id="5" creationId="{888A7906-58FE-4D91-A046-868399C60AFF}"/>
          </ac:picMkLst>
        </pc:picChg>
        <pc:picChg chg="add mod">
          <ac:chgData name="Full Circle" userId="cac89230174ef31a" providerId="LiveId" clId="{2170CBEE-523D-4CC5-B8AE-0C98C8F19AD1}" dt="2020-04-17T07:16:21.831" v="2167" actId="1076"/>
          <ac:picMkLst>
            <pc:docMk/>
            <pc:sldMk cId="1131012484" sldId="813"/>
            <ac:picMk id="6" creationId="{98B44ADD-69E3-4889-9AAC-AB9AA10E4F68}"/>
          </ac:picMkLst>
        </pc:picChg>
      </pc:sldChg>
      <pc:sldChg chg="modSp add">
        <pc:chgData name="Full Circle" userId="cac89230174ef31a" providerId="LiveId" clId="{2170CBEE-523D-4CC5-B8AE-0C98C8F19AD1}" dt="2020-04-17T07:01:03.104" v="1968" actId="207"/>
        <pc:sldMkLst>
          <pc:docMk/>
          <pc:sldMk cId="1778276571" sldId="814"/>
        </pc:sldMkLst>
        <pc:spChg chg="mod">
          <ac:chgData name="Full Circle" userId="cac89230174ef31a" providerId="LiveId" clId="{2170CBEE-523D-4CC5-B8AE-0C98C8F19AD1}" dt="2020-04-17T07:01:03.104" v="1968" actId="207"/>
          <ac:spMkLst>
            <pc:docMk/>
            <pc:sldMk cId="1778276571" sldId="814"/>
            <ac:spMk id="8196" creationId="{00000000-0000-0000-0000-000000000000}"/>
          </ac:spMkLst>
        </pc:spChg>
      </pc:sldChg>
      <pc:sldChg chg="addSp modSp add">
        <pc:chgData name="Full Circle" userId="cac89230174ef31a" providerId="LiveId" clId="{2170CBEE-523D-4CC5-B8AE-0C98C8F19AD1}" dt="2020-04-17T07:03:51.407" v="2151"/>
        <pc:sldMkLst>
          <pc:docMk/>
          <pc:sldMk cId="2106521250" sldId="815"/>
        </pc:sldMkLst>
        <pc:spChg chg="mod">
          <ac:chgData name="Full Circle" userId="cac89230174ef31a" providerId="LiveId" clId="{2170CBEE-523D-4CC5-B8AE-0C98C8F19AD1}" dt="2020-04-17T07:01:27.628" v="1988"/>
          <ac:spMkLst>
            <pc:docMk/>
            <pc:sldMk cId="2106521250" sldId="815"/>
            <ac:spMk id="3" creationId="{649CBC90-A5CC-524F-8690-D44C5C31EED8}"/>
          </ac:spMkLst>
        </pc:spChg>
        <pc:spChg chg="add mod">
          <ac:chgData name="Full Circle" userId="cac89230174ef31a" providerId="LiveId" clId="{2170CBEE-523D-4CC5-B8AE-0C98C8F19AD1}" dt="2020-04-17T07:03:51.407" v="2151"/>
          <ac:spMkLst>
            <pc:docMk/>
            <pc:sldMk cId="2106521250" sldId="815"/>
            <ac:spMk id="4" creationId="{EAF4AA4C-09BB-4D5C-A925-8368A16DDC28}"/>
          </ac:spMkLst>
        </pc:spChg>
        <pc:spChg chg="mod">
          <ac:chgData name="Full Circle" userId="cac89230174ef31a" providerId="LiveId" clId="{2170CBEE-523D-4CC5-B8AE-0C98C8F19AD1}" dt="2020-04-17T07:01:12.973" v="1974"/>
          <ac:spMkLst>
            <pc:docMk/>
            <pc:sldMk cId="2106521250" sldId="815"/>
            <ac:spMk id="9217" creationId="{00000000-0000-0000-0000-000000000000}"/>
          </ac:spMkLst>
        </pc:spChg>
      </pc:sldChg>
    </pc:docChg>
  </pc:docChgLst>
  <pc:docChgLst>
    <pc:chgData name="Circle Full" userId="cac89230174ef31a" providerId="LiveId" clId="{8EC7EBA3-251D-D04B-ABA8-FC2BD4F9589B}"/>
    <pc:docChg chg="undo custSel addSld delSld modSld">
      <pc:chgData name="Circle Full" userId="cac89230174ef31a" providerId="LiveId" clId="{8EC7EBA3-251D-D04B-ABA8-FC2BD4F9589B}" dt="2020-03-18T10:01:17.498" v="1166"/>
      <pc:docMkLst>
        <pc:docMk/>
      </pc:docMkLst>
      <pc:sldChg chg="modSp">
        <pc:chgData name="Circle Full" userId="cac89230174ef31a" providerId="LiveId" clId="{8EC7EBA3-251D-D04B-ABA8-FC2BD4F9589B}" dt="2020-03-18T09:15:53.289" v="982" actId="20577"/>
        <pc:sldMkLst>
          <pc:docMk/>
          <pc:sldMk cId="3108481602" sldId="801"/>
        </pc:sldMkLst>
        <pc:spChg chg="mod">
          <ac:chgData name="Circle Full" userId="cac89230174ef31a" providerId="LiveId" clId="{8EC7EBA3-251D-D04B-ABA8-FC2BD4F9589B}" dt="2020-03-18T09:15:53.289" v="982" actId="20577"/>
          <ac:spMkLst>
            <pc:docMk/>
            <pc:sldMk cId="3108481602" sldId="801"/>
            <ac:spMk id="5" creationId="{053E3069-EED3-604D-8B9F-F0D6AFFCBED9}"/>
          </ac:spMkLst>
        </pc:spChg>
      </pc:sldChg>
      <pc:sldChg chg="modSp">
        <pc:chgData name="Circle Full" userId="cac89230174ef31a" providerId="LiveId" clId="{8EC7EBA3-251D-D04B-ABA8-FC2BD4F9589B}" dt="2020-03-18T09:18:46.063" v="1077" actId="20577"/>
        <pc:sldMkLst>
          <pc:docMk/>
          <pc:sldMk cId="1763730861" sldId="802"/>
        </pc:sldMkLst>
        <pc:spChg chg="mod">
          <ac:chgData name="Circle Full" userId="cac89230174ef31a" providerId="LiveId" clId="{8EC7EBA3-251D-D04B-ABA8-FC2BD4F9589B}" dt="2020-03-18T09:18:46.063" v="1077" actId="20577"/>
          <ac:spMkLst>
            <pc:docMk/>
            <pc:sldMk cId="1763730861" sldId="802"/>
            <ac:spMk id="25606" creationId="{D230A0FD-2A6D-0446-B3A9-3943886C84AC}"/>
          </ac:spMkLst>
        </pc:spChg>
      </pc:sldChg>
      <pc:sldChg chg="addSp delSp modSp">
        <pc:chgData name="Circle Full" userId="cac89230174ef31a" providerId="LiveId" clId="{8EC7EBA3-251D-D04B-ABA8-FC2BD4F9589B}" dt="2020-03-18T09:32:22.931" v="1164" actId="20577"/>
        <pc:sldMkLst>
          <pc:docMk/>
          <pc:sldMk cId="1040935277" sldId="803"/>
        </pc:sldMkLst>
        <pc:spChg chg="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2" creationId="{72698E60-F9A7-427E-A642-A02A15F464B7}"/>
          </ac:spMkLst>
        </pc:spChg>
        <pc:spChg chg="add del mod">
          <ac:chgData name="Circle Full" userId="cac89230174ef31a" providerId="LiveId" clId="{8EC7EBA3-251D-D04B-ABA8-FC2BD4F9589B}" dt="2020-03-18T08:43:10.625" v="7"/>
          <ac:spMkLst>
            <pc:docMk/>
            <pc:sldMk cId="1040935277" sldId="803"/>
            <ac:spMk id="4" creationId="{170074F8-D4EC-0F47-BC26-58A0BD74DA1A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6" creationId="{03076C53-46A2-CB44-A9F0-70EC6A2016C7}"/>
          </ac:spMkLst>
        </pc:spChg>
        <pc:spChg chg="del mod">
          <ac:chgData name="Circle Full" userId="cac89230174ef31a" providerId="LiveId" clId="{8EC7EBA3-251D-D04B-ABA8-FC2BD4F9589B}" dt="2020-03-18T08:53:31.526" v="265"/>
          <ac:spMkLst>
            <pc:docMk/>
            <pc:sldMk cId="1040935277" sldId="803"/>
            <ac:spMk id="7" creationId="{72C590F0-CE24-43CF-A91F-84D5BD762639}"/>
          </ac:spMkLst>
        </pc:spChg>
        <pc:spChg chg="del mod">
          <ac:chgData name="Circle Full" userId="cac89230174ef31a" providerId="LiveId" clId="{8EC7EBA3-251D-D04B-ABA8-FC2BD4F9589B}" dt="2020-03-18T08:48:57.019" v="94"/>
          <ac:spMkLst>
            <pc:docMk/>
            <pc:sldMk cId="1040935277" sldId="803"/>
            <ac:spMk id="8" creationId="{F127D88F-FFCD-4D41-AC74-E178FBA41DD5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9" creationId="{6B8944B6-A81E-6F4A-8B1C-80EB00134BC9}"/>
          </ac:spMkLst>
        </pc:spChg>
        <pc:spChg chg="add mod">
          <ac:chgData name="Circle Full" userId="cac89230174ef31a" providerId="LiveId" clId="{8EC7EBA3-251D-D04B-ABA8-FC2BD4F9589B}" dt="2020-03-18T09:21:21.856" v="1094" actId="1076"/>
          <ac:spMkLst>
            <pc:docMk/>
            <pc:sldMk cId="1040935277" sldId="803"/>
            <ac:spMk id="10" creationId="{9B150981-750B-544F-B261-60A057A98B7B}"/>
          </ac:spMkLst>
        </pc:spChg>
        <pc:spChg chg="add mod">
          <ac:chgData name="Circle Full" userId="cac89230174ef31a" providerId="LiveId" clId="{8EC7EBA3-251D-D04B-ABA8-FC2BD4F9589B}" dt="2020-03-18T09:24:37.778" v="1101" actId="1076"/>
          <ac:spMkLst>
            <pc:docMk/>
            <pc:sldMk cId="1040935277" sldId="803"/>
            <ac:spMk id="11" creationId="{23EC2F8B-5A4D-1D4A-B3A5-555BCF067079}"/>
          </ac:spMkLst>
        </pc:spChg>
        <pc:spChg chg="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12" creationId="{89EA3961-70BD-4CC5-8178-BDF9DE90EA94}"/>
          </ac:spMkLst>
        </pc:spChg>
        <pc:spChg chg="add mod">
          <ac:chgData name="Circle Full" userId="cac89230174ef31a" providerId="LiveId" clId="{8EC7EBA3-251D-D04B-ABA8-FC2BD4F9589B}" dt="2020-03-18T09:28:33.743" v="1133" actId="1076"/>
          <ac:spMkLst>
            <pc:docMk/>
            <pc:sldMk cId="1040935277" sldId="803"/>
            <ac:spMk id="13" creationId="{766DBA7A-C73B-C743-ACB6-AF4711165622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14" creationId="{7065CA91-0A66-7C44-975F-323ACB9EE790}"/>
          </ac:spMkLst>
        </pc:spChg>
        <pc:spChg chg="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15" creationId="{D7CEDD7B-6FCF-4040-972B-D7CA9CEDE60B}"/>
          </ac:spMkLst>
        </pc:spChg>
        <pc:spChg chg="mod">
          <ac:chgData name="Circle Full" userId="cac89230174ef31a" providerId="LiveId" clId="{8EC7EBA3-251D-D04B-ABA8-FC2BD4F9589B}" dt="2020-03-18T09:26:22.815" v="1111" actId="1076"/>
          <ac:spMkLst>
            <pc:docMk/>
            <pc:sldMk cId="1040935277" sldId="803"/>
            <ac:spMk id="16" creationId="{277A7625-51C7-42B9-9DEF-280A5A6E1F76}"/>
          </ac:spMkLst>
        </pc:spChg>
        <pc:spChg chg="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17" creationId="{37A76ED2-31BC-41C9-9DFC-DFDA6088F4F7}"/>
          </ac:spMkLst>
        </pc:spChg>
        <pc:spChg chg="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18" creationId="{C3D267E0-48B0-40C5-AD35-CDE3AFEB075F}"/>
          </ac:spMkLst>
        </pc:spChg>
        <pc:spChg chg="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19" creationId="{FEC9E03A-4040-4D3B-AB3E-EA84487B2FFD}"/>
          </ac:spMkLst>
        </pc:spChg>
        <pc:spChg chg="add del">
          <ac:chgData name="Circle Full" userId="cac89230174ef31a" providerId="LiveId" clId="{8EC7EBA3-251D-D04B-ABA8-FC2BD4F9589B}" dt="2020-03-18T08:43:08.967" v="5"/>
          <ac:spMkLst>
            <pc:docMk/>
            <pc:sldMk cId="1040935277" sldId="803"/>
            <ac:spMk id="20" creationId="{804AF2B9-621F-7844-A726-507BD2CE269C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21" creationId="{9087CBCF-1E35-7346-A6BC-54475B42C5B6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22" creationId="{97DFB53B-0C84-124E-8AA7-6E2D33E7271D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23" creationId="{35BF4E77-070D-6E45-87A6-1B48074727ED}"/>
          </ac:spMkLst>
        </pc:spChg>
        <pc:spChg chg="add mod">
          <ac:chgData name="Circle Full" userId="cac89230174ef31a" providerId="LiveId" clId="{8EC7EBA3-251D-D04B-ABA8-FC2BD4F9589B}" dt="2020-03-18T08:49:07.060" v="95" actId="1076"/>
          <ac:spMkLst>
            <pc:docMk/>
            <pc:sldMk cId="1040935277" sldId="803"/>
            <ac:spMk id="24" creationId="{30C4BB6A-B5FD-A74A-AB13-35D194D5FE7A}"/>
          </ac:spMkLst>
        </pc:spChg>
        <pc:spChg chg="add mod">
          <ac:chgData name="Circle Full" userId="cac89230174ef31a" providerId="LiveId" clId="{8EC7EBA3-251D-D04B-ABA8-FC2BD4F9589B}" dt="2020-03-18T08:59:31.899" v="483" actId="20577"/>
          <ac:spMkLst>
            <pc:docMk/>
            <pc:sldMk cId="1040935277" sldId="803"/>
            <ac:spMk id="25" creationId="{FFE1EC58-A2C1-5E44-B658-3D756B8D848C}"/>
          </ac:spMkLst>
        </pc:spChg>
        <pc:spChg chg="add mod">
          <ac:chgData name="Circle Full" userId="cac89230174ef31a" providerId="LiveId" clId="{8EC7EBA3-251D-D04B-ABA8-FC2BD4F9589B}" dt="2020-03-18T09:25:28.749" v="1108" actId="1076"/>
          <ac:spMkLst>
            <pc:docMk/>
            <pc:sldMk cId="1040935277" sldId="803"/>
            <ac:spMk id="26" creationId="{D894983F-3B02-0148-80DB-4F5F7597CE99}"/>
          </ac:spMkLst>
        </pc:spChg>
        <pc:spChg chg="add del">
          <ac:chgData name="Circle Full" userId="cac89230174ef31a" providerId="LiveId" clId="{8EC7EBA3-251D-D04B-ABA8-FC2BD4F9589B}" dt="2020-03-18T09:26:24.806" v="1112"/>
          <ac:spMkLst>
            <pc:docMk/>
            <pc:sldMk cId="1040935277" sldId="803"/>
            <ac:spMk id="27" creationId="{309E8419-DB83-3642-BC72-8310307FCBEC}"/>
          </ac:spMkLst>
        </pc:spChg>
        <pc:spChg chg="add del">
          <ac:chgData name="Circle Full" userId="cac89230174ef31a" providerId="LiveId" clId="{8EC7EBA3-251D-D04B-ABA8-FC2BD4F9589B}" dt="2020-03-18T09:26:24.806" v="1112"/>
          <ac:spMkLst>
            <pc:docMk/>
            <pc:sldMk cId="1040935277" sldId="803"/>
            <ac:spMk id="28" creationId="{F448B6B9-9AD3-B141-A6DA-D88DDBF4D922}"/>
          </ac:spMkLst>
        </pc:spChg>
        <pc:spChg chg="add mod">
          <ac:chgData name="Circle Full" userId="cac89230174ef31a" providerId="LiveId" clId="{8EC7EBA3-251D-D04B-ABA8-FC2BD4F9589B}" dt="2020-03-18T09:28:27.574" v="1132" actId="1076"/>
          <ac:spMkLst>
            <pc:docMk/>
            <pc:sldMk cId="1040935277" sldId="803"/>
            <ac:spMk id="29" creationId="{6AA8B728-54DA-D149-BF9A-A88E1CE7CB17}"/>
          </ac:spMkLst>
        </pc:spChg>
        <pc:spChg chg="add mod">
          <ac:chgData name="Circle Full" userId="cac89230174ef31a" providerId="LiveId" clId="{8EC7EBA3-251D-D04B-ABA8-FC2BD4F9589B}" dt="2020-03-18T09:28:50.419" v="1134" actId="1076"/>
          <ac:spMkLst>
            <pc:docMk/>
            <pc:sldMk cId="1040935277" sldId="803"/>
            <ac:spMk id="30" creationId="{CA78D523-66C0-D343-A53E-2F601C6F8B83}"/>
          </ac:spMkLst>
        </pc:spChg>
        <pc:spChg chg="add mod">
          <ac:chgData name="Circle Full" userId="cac89230174ef31a" providerId="LiveId" clId="{8EC7EBA3-251D-D04B-ABA8-FC2BD4F9589B}" dt="2020-03-18T09:29:26.334" v="1136" actId="1076"/>
          <ac:spMkLst>
            <pc:docMk/>
            <pc:sldMk cId="1040935277" sldId="803"/>
            <ac:spMk id="32" creationId="{750EA07C-2006-F545-A313-85899E049625}"/>
          </ac:spMkLst>
        </pc:spChg>
        <pc:spChg chg="add mod">
          <ac:chgData name="Circle Full" userId="cac89230174ef31a" providerId="LiveId" clId="{8EC7EBA3-251D-D04B-ABA8-FC2BD4F9589B}" dt="2020-03-18T09:29:26.334" v="1136" actId="1076"/>
          <ac:spMkLst>
            <pc:docMk/>
            <pc:sldMk cId="1040935277" sldId="803"/>
            <ac:spMk id="33" creationId="{8239FFE9-D54A-D142-936E-3FDC6E381E33}"/>
          </ac:spMkLst>
        </pc:spChg>
        <pc:spChg chg="add mod">
          <ac:chgData name="Circle Full" userId="cac89230174ef31a" providerId="LiveId" clId="{8EC7EBA3-251D-D04B-ABA8-FC2BD4F9589B}" dt="2020-03-18T09:29:40.670" v="1149" actId="20577"/>
          <ac:spMkLst>
            <pc:docMk/>
            <pc:sldMk cId="1040935277" sldId="803"/>
            <ac:spMk id="34" creationId="{A2255605-5F10-2A4F-9BE1-B0EE4AC3F664}"/>
          </ac:spMkLst>
        </pc:spChg>
        <pc:spChg chg="add mod">
          <ac:chgData name="Circle Full" userId="cac89230174ef31a" providerId="LiveId" clId="{8EC7EBA3-251D-D04B-ABA8-FC2BD4F9589B}" dt="2020-03-18T09:32:13.417" v="1151" actId="1076"/>
          <ac:spMkLst>
            <pc:docMk/>
            <pc:sldMk cId="1040935277" sldId="803"/>
            <ac:spMk id="35" creationId="{3D408EA9-484D-CC40-B906-8E6816FD69C3}"/>
          </ac:spMkLst>
        </pc:spChg>
        <pc:spChg chg="add mod">
          <ac:chgData name="Circle Full" userId="cac89230174ef31a" providerId="LiveId" clId="{8EC7EBA3-251D-D04B-ABA8-FC2BD4F9589B}" dt="2020-03-18T09:32:13.417" v="1151" actId="1076"/>
          <ac:spMkLst>
            <pc:docMk/>
            <pc:sldMk cId="1040935277" sldId="803"/>
            <ac:spMk id="36" creationId="{F0223185-4AFF-7746-B581-DDC348C52373}"/>
          </ac:spMkLst>
        </pc:spChg>
        <pc:spChg chg="add mod">
          <ac:chgData name="Circle Full" userId="cac89230174ef31a" providerId="LiveId" clId="{8EC7EBA3-251D-D04B-ABA8-FC2BD4F9589B}" dt="2020-03-18T09:32:22.931" v="1164" actId="20577"/>
          <ac:spMkLst>
            <pc:docMk/>
            <pc:sldMk cId="1040935277" sldId="803"/>
            <ac:spMk id="37" creationId="{5ADB863F-2FE0-7A40-A9DC-8D161EB04F73}"/>
          </ac:spMkLst>
        </pc:spChg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1905074824" sldId="804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1753016467" sldId="805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3941239778" sldId="806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457377421" sldId="807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4180219772" sldId="808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2072137375" sldId="809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1813691277" sldId="810"/>
        </pc:sldMkLst>
      </pc:sldChg>
      <pc:sldChg chg="add del">
        <pc:chgData name="Circle Full" userId="cac89230174ef31a" providerId="LiveId" clId="{8EC7EBA3-251D-D04B-ABA8-FC2BD4F9589B}" dt="2020-03-18T10:01:17.498" v="1166"/>
        <pc:sldMkLst>
          <pc:docMk/>
          <pc:sldMk cId="629422477" sldId="811"/>
        </pc:sldMkLst>
      </pc:sldChg>
    </pc:docChg>
  </pc:docChgLst>
  <pc:docChgLst>
    <pc:chgData name="Circle Full" userId="cac89230174ef31a" providerId="LiveId" clId="{413858F8-79AC-1044-90B8-72EB9E248AAB}"/>
    <pc:docChg chg="delSld modSld">
      <pc:chgData name="Circle Full" userId="cac89230174ef31a" providerId="LiveId" clId="{413858F8-79AC-1044-90B8-72EB9E248AAB}" dt="2020-03-18T10:12:35.537" v="35" actId="20577"/>
      <pc:docMkLst>
        <pc:docMk/>
      </pc:docMkLst>
      <pc:sldChg chg="modSp">
        <pc:chgData name="Circle Full" userId="cac89230174ef31a" providerId="LiveId" clId="{413858F8-79AC-1044-90B8-72EB9E248AAB}" dt="2020-03-18T10:12:35.537" v="35" actId="20577"/>
        <pc:sldMkLst>
          <pc:docMk/>
          <pc:sldMk cId="3152231194" sldId="671"/>
        </pc:sldMkLst>
        <pc:spChg chg="mod">
          <ac:chgData name="Circle Full" userId="cac89230174ef31a" providerId="LiveId" clId="{413858F8-79AC-1044-90B8-72EB9E248AAB}" dt="2020-03-18T10:12:35.537" v="35" actId="20577"/>
          <ac:spMkLst>
            <pc:docMk/>
            <pc:sldMk cId="3152231194" sldId="671"/>
            <ac:spMk id="2" creationId="{41F0566F-C64E-D14B-B78A-20E6536C3895}"/>
          </ac:spMkLst>
        </pc:spChg>
      </pc:sldChg>
      <pc:sldChg chg="del">
        <pc:chgData name="Circle Full" userId="cac89230174ef31a" providerId="LiveId" clId="{413858F8-79AC-1044-90B8-72EB9E248AAB}" dt="2020-03-18T10:08:06.173" v="10" actId="2696"/>
        <pc:sldMkLst>
          <pc:docMk/>
          <pc:sldMk cId="2719898546" sldId="674"/>
        </pc:sldMkLst>
      </pc:sldChg>
      <pc:sldChg chg="del">
        <pc:chgData name="Circle Full" userId="cac89230174ef31a" providerId="LiveId" clId="{413858F8-79AC-1044-90B8-72EB9E248AAB}" dt="2020-03-18T10:08:06.257" v="17" actId="2696"/>
        <pc:sldMkLst>
          <pc:docMk/>
          <pc:sldMk cId="3332547536" sldId="755"/>
        </pc:sldMkLst>
      </pc:sldChg>
      <pc:sldChg chg="del">
        <pc:chgData name="Circle Full" userId="cac89230174ef31a" providerId="LiveId" clId="{413858F8-79AC-1044-90B8-72EB9E248AAB}" dt="2020-03-18T10:07:18.519" v="1" actId="2696"/>
        <pc:sldMkLst>
          <pc:docMk/>
          <pc:sldMk cId="4189719718" sldId="760"/>
        </pc:sldMkLst>
      </pc:sldChg>
      <pc:sldChg chg="del">
        <pc:chgData name="Circle Full" userId="cac89230174ef31a" providerId="LiveId" clId="{413858F8-79AC-1044-90B8-72EB9E248AAB}" dt="2020-03-18T10:08:06.201" v="11" actId="2696"/>
        <pc:sldMkLst>
          <pc:docMk/>
          <pc:sldMk cId="4198127198" sldId="777"/>
        </pc:sldMkLst>
      </pc:sldChg>
      <pc:sldChg chg="del">
        <pc:chgData name="Circle Full" userId="cac89230174ef31a" providerId="LiveId" clId="{413858F8-79AC-1044-90B8-72EB9E248AAB}" dt="2020-03-18T10:08:06.213" v="12" actId="2696"/>
        <pc:sldMkLst>
          <pc:docMk/>
          <pc:sldMk cId="3186792692" sldId="778"/>
        </pc:sldMkLst>
      </pc:sldChg>
      <pc:sldChg chg="del">
        <pc:chgData name="Circle Full" userId="cac89230174ef31a" providerId="LiveId" clId="{413858F8-79AC-1044-90B8-72EB9E248AAB}" dt="2020-03-18T10:08:06.226" v="13" actId="2696"/>
        <pc:sldMkLst>
          <pc:docMk/>
          <pc:sldMk cId="187924728" sldId="779"/>
        </pc:sldMkLst>
      </pc:sldChg>
      <pc:sldChg chg="del">
        <pc:chgData name="Circle Full" userId="cac89230174ef31a" providerId="LiveId" clId="{413858F8-79AC-1044-90B8-72EB9E248AAB}" dt="2020-03-18T10:08:06.235" v="14" actId="2696"/>
        <pc:sldMkLst>
          <pc:docMk/>
          <pc:sldMk cId="1464525391" sldId="780"/>
        </pc:sldMkLst>
      </pc:sldChg>
      <pc:sldChg chg="del">
        <pc:chgData name="Circle Full" userId="cac89230174ef31a" providerId="LiveId" clId="{413858F8-79AC-1044-90B8-72EB9E248AAB}" dt="2020-03-18T10:08:06.246" v="15" actId="2696"/>
        <pc:sldMkLst>
          <pc:docMk/>
          <pc:sldMk cId="1909893812" sldId="781"/>
        </pc:sldMkLst>
      </pc:sldChg>
      <pc:sldChg chg="del">
        <pc:chgData name="Circle Full" userId="cac89230174ef31a" providerId="LiveId" clId="{413858F8-79AC-1044-90B8-72EB9E248AAB}" dt="2020-03-18T10:08:06.269" v="18" actId="2696"/>
        <pc:sldMkLst>
          <pc:docMk/>
          <pc:sldMk cId="33468719" sldId="782"/>
        </pc:sldMkLst>
      </pc:sldChg>
      <pc:sldChg chg="del">
        <pc:chgData name="Circle Full" userId="cac89230174ef31a" providerId="LiveId" clId="{413858F8-79AC-1044-90B8-72EB9E248AAB}" dt="2020-03-18T10:08:06.288" v="19" actId="2696"/>
        <pc:sldMkLst>
          <pc:docMk/>
          <pc:sldMk cId="894614920" sldId="784"/>
        </pc:sldMkLst>
      </pc:sldChg>
      <pc:sldChg chg="del">
        <pc:chgData name="Circle Full" userId="cac89230174ef31a" providerId="LiveId" clId="{413858F8-79AC-1044-90B8-72EB9E248AAB}" dt="2020-03-18T10:08:06.297" v="20" actId="2696"/>
        <pc:sldMkLst>
          <pc:docMk/>
          <pc:sldMk cId="3784403482" sldId="785"/>
        </pc:sldMkLst>
      </pc:sldChg>
      <pc:sldChg chg="del">
        <pc:chgData name="Circle Full" userId="cac89230174ef31a" providerId="LiveId" clId="{413858F8-79AC-1044-90B8-72EB9E248AAB}" dt="2020-03-18T10:08:06.307" v="21" actId="2696"/>
        <pc:sldMkLst>
          <pc:docMk/>
          <pc:sldMk cId="810947066" sldId="786"/>
        </pc:sldMkLst>
      </pc:sldChg>
      <pc:sldChg chg="del">
        <pc:chgData name="Circle Full" userId="cac89230174ef31a" providerId="LiveId" clId="{413858F8-79AC-1044-90B8-72EB9E248AAB}" dt="2020-03-18T10:08:06.315" v="22" actId="2696"/>
        <pc:sldMkLst>
          <pc:docMk/>
          <pc:sldMk cId="1497517312" sldId="787"/>
        </pc:sldMkLst>
      </pc:sldChg>
      <pc:sldChg chg="del">
        <pc:chgData name="Circle Full" userId="cac89230174ef31a" providerId="LiveId" clId="{413858F8-79AC-1044-90B8-72EB9E248AAB}" dt="2020-03-18T10:08:06.322" v="23" actId="2696"/>
        <pc:sldMkLst>
          <pc:docMk/>
          <pc:sldMk cId="1971241804" sldId="788"/>
        </pc:sldMkLst>
      </pc:sldChg>
      <pc:sldChg chg="del">
        <pc:chgData name="Circle Full" userId="cac89230174ef31a" providerId="LiveId" clId="{413858F8-79AC-1044-90B8-72EB9E248AAB}" dt="2020-03-18T10:08:06.327" v="24" actId="2696"/>
        <pc:sldMkLst>
          <pc:docMk/>
          <pc:sldMk cId="1909957769" sldId="789"/>
        </pc:sldMkLst>
      </pc:sldChg>
      <pc:sldChg chg="del">
        <pc:chgData name="Circle Full" userId="cac89230174ef31a" providerId="LiveId" clId="{413858F8-79AC-1044-90B8-72EB9E248AAB}" dt="2020-03-18T10:07:55.233" v="9" actId="2696"/>
        <pc:sldMkLst>
          <pc:docMk/>
          <pc:sldMk cId="3719356380" sldId="790"/>
        </pc:sldMkLst>
      </pc:sldChg>
      <pc:sldChg chg="del">
        <pc:chgData name="Circle Full" userId="cac89230174ef31a" providerId="LiveId" clId="{413858F8-79AC-1044-90B8-72EB9E248AAB}" dt="2020-03-18T10:07:42.054" v="8" actId="2696"/>
        <pc:sldMkLst>
          <pc:docMk/>
          <pc:sldMk cId="2861378215" sldId="791"/>
        </pc:sldMkLst>
      </pc:sldChg>
      <pc:sldChg chg="del">
        <pc:chgData name="Circle Full" userId="cac89230174ef31a" providerId="LiveId" clId="{413858F8-79AC-1044-90B8-72EB9E248AAB}" dt="2020-03-18T10:07:39.047" v="7" actId="2696"/>
        <pc:sldMkLst>
          <pc:docMk/>
          <pc:sldMk cId="3288991685" sldId="792"/>
        </pc:sldMkLst>
      </pc:sldChg>
      <pc:sldChg chg="del">
        <pc:chgData name="Circle Full" userId="cac89230174ef31a" providerId="LiveId" clId="{413858F8-79AC-1044-90B8-72EB9E248AAB}" dt="2020-03-18T10:07:35.856" v="6" actId="2696"/>
        <pc:sldMkLst>
          <pc:docMk/>
          <pc:sldMk cId="2689293130" sldId="793"/>
        </pc:sldMkLst>
      </pc:sldChg>
      <pc:sldChg chg="del">
        <pc:chgData name="Circle Full" userId="cac89230174ef31a" providerId="LiveId" clId="{413858F8-79AC-1044-90B8-72EB9E248AAB}" dt="2020-03-18T10:07:32.482" v="5" actId="2696"/>
        <pc:sldMkLst>
          <pc:docMk/>
          <pc:sldMk cId="1873118287" sldId="794"/>
        </pc:sldMkLst>
      </pc:sldChg>
      <pc:sldChg chg="del">
        <pc:chgData name="Circle Full" userId="cac89230174ef31a" providerId="LiveId" clId="{413858F8-79AC-1044-90B8-72EB9E248AAB}" dt="2020-03-18T10:07:29.142" v="4" actId="2696"/>
        <pc:sldMkLst>
          <pc:docMk/>
          <pc:sldMk cId="4182118868" sldId="795"/>
        </pc:sldMkLst>
      </pc:sldChg>
      <pc:sldChg chg="del">
        <pc:chgData name="Circle Full" userId="cac89230174ef31a" providerId="LiveId" clId="{413858F8-79AC-1044-90B8-72EB9E248AAB}" dt="2020-03-18T10:07:25.349" v="3" actId="2696"/>
        <pc:sldMkLst>
          <pc:docMk/>
          <pc:sldMk cId="2441804480" sldId="796"/>
        </pc:sldMkLst>
      </pc:sldChg>
      <pc:sldChg chg="del">
        <pc:chgData name="Circle Full" userId="cac89230174ef31a" providerId="LiveId" clId="{413858F8-79AC-1044-90B8-72EB9E248AAB}" dt="2020-03-18T10:07:21.771" v="2" actId="2696"/>
        <pc:sldMkLst>
          <pc:docMk/>
          <pc:sldMk cId="3058126362" sldId="797"/>
        </pc:sldMkLst>
      </pc:sldChg>
      <pc:sldChg chg="del">
        <pc:chgData name="Circle Full" userId="cac89230174ef31a" providerId="LiveId" clId="{413858F8-79AC-1044-90B8-72EB9E248AAB}" dt="2020-03-18T10:07:13.411" v="0" actId="2696"/>
        <pc:sldMkLst>
          <pc:docMk/>
          <pc:sldMk cId="984028323" sldId="798"/>
        </pc:sldMkLst>
      </pc:sldChg>
      <pc:sldMasterChg chg="delSldLayout">
        <pc:chgData name="Circle Full" userId="cac89230174ef31a" providerId="LiveId" clId="{413858F8-79AC-1044-90B8-72EB9E248AAB}" dt="2020-03-18T10:08:06.249" v="16" actId="2696"/>
        <pc:sldMasterMkLst>
          <pc:docMk/>
          <pc:sldMasterMk cId="0" sldId="2147483651"/>
        </pc:sldMasterMkLst>
        <pc:sldLayoutChg chg="del">
          <pc:chgData name="Circle Full" userId="cac89230174ef31a" providerId="LiveId" clId="{413858F8-79AC-1044-90B8-72EB9E248AAB}" dt="2020-03-18T10:08:06.249" v="16" actId="2696"/>
          <pc:sldLayoutMkLst>
            <pc:docMk/>
            <pc:sldMasterMk cId="0" sldId="2147483651"/>
            <pc:sldLayoutMk cId="48727145" sldId="214748367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wechat\WeChat%20Files\fullcircle\FileStorage\File\2020-04\data_analyze_2020-04-0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wechat\WeChat%20Files\fullcircle\FileStorage\File\2020-04\data_mining_2020-04-0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数据分析就业需求（</a:t>
            </a:r>
            <a:r>
              <a:rPr lang="en-US" altLang="zh-CN"/>
              <a:t>4</a:t>
            </a:r>
            <a:r>
              <a:rPr lang="zh-CN" altLang="en-US"/>
              <a:t>月</a:t>
            </a:r>
            <a:r>
              <a:rPr lang="en-US" altLang="zh-CN"/>
              <a:t>2</a:t>
            </a:r>
            <a:r>
              <a:rPr lang="zh-CN" altLang="en-US"/>
              <a:t>日）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'data_analyze_2020-04-02'!$B$1</c:f>
              <c:strCache>
                <c:ptCount val="1"/>
                <c:pt idx="0">
                  <c:v>技能出现次数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('data_analyze_2020-04-02'!$A$2:$A$3,'data_analyze_2020-04-02'!$A$6:$A$10,'data_analyze_2020-04-02'!$A$12:$A$13)</c:f>
              <c:strCache>
                <c:ptCount val="9"/>
                <c:pt idx="0">
                  <c:v>excel</c:v>
                </c:pt>
                <c:pt idx="1">
                  <c:v>python</c:v>
                </c:pt>
                <c:pt idx="2">
                  <c:v>指标体系</c:v>
                </c:pt>
                <c:pt idx="3">
                  <c:v>机器学习</c:v>
                </c:pt>
                <c:pt idx="4">
                  <c:v>tableau</c:v>
                </c:pt>
                <c:pt idx="5">
                  <c:v>hadoop</c:v>
                </c:pt>
                <c:pt idx="6">
                  <c:v>spark</c:v>
                </c:pt>
                <c:pt idx="7">
                  <c:v>风控</c:v>
                </c:pt>
                <c:pt idx="8">
                  <c:v>用户画像</c:v>
                </c:pt>
              </c:strCache>
            </c:strRef>
          </c:cat>
          <c:val>
            <c:numRef>
              <c:f>('data_analyze_2020-04-02'!$B$2:$B$3,'data_analyze_2020-04-02'!$B$6:$B$10,'data_analyze_2020-04-02'!$B$12:$B$13)</c:f>
              <c:numCache>
                <c:formatCode>General</c:formatCode>
                <c:ptCount val="9"/>
                <c:pt idx="0">
                  <c:v>3183</c:v>
                </c:pt>
                <c:pt idx="1">
                  <c:v>1763</c:v>
                </c:pt>
                <c:pt idx="2">
                  <c:v>662</c:v>
                </c:pt>
                <c:pt idx="3">
                  <c:v>568</c:v>
                </c:pt>
                <c:pt idx="4">
                  <c:v>560</c:v>
                </c:pt>
                <c:pt idx="5">
                  <c:v>424</c:v>
                </c:pt>
                <c:pt idx="6">
                  <c:v>354</c:v>
                </c:pt>
                <c:pt idx="7">
                  <c:v>243</c:v>
                </c:pt>
                <c:pt idx="8">
                  <c:v>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84-4684-A388-64218429A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03377103"/>
        <c:axId val="825877263"/>
      </c:barChart>
      <c:lineChart>
        <c:grouping val="standard"/>
        <c:varyColors val="0"/>
        <c:ser>
          <c:idx val="1"/>
          <c:order val="1"/>
          <c:tx>
            <c:strRef>
              <c:f>'data_analyze_2020-04-02'!$C$1</c:f>
              <c:strCache>
                <c:ptCount val="1"/>
                <c:pt idx="0">
                  <c:v>一周内招聘需求数量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('data_analyze_2020-04-02'!$A$2:$A$3,'data_analyze_2020-04-02'!$A$6:$A$10,'data_analyze_2020-04-02'!$A$12:$A$13)</c:f>
              <c:strCache>
                <c:ptCount val="9"/>
                <c:pt idx="0">
                  <c:v>excel</c:v>
                </c:pt>
                <c:pt idx="1">
                  <c:v>python</c:v>
                </c:pt>
                <c:pt idx="2">
                  <c:v>指标体系</c:v>
                </c:pt>
                <c:pt idx="3">
                  <c:v>机器学习</c:v>
                </c:pt>
                <c:pt idx="4">
                  <c:v>tableau</c:v>
                </c:pt>
                <c:pt idx="5">
                  <c:v>hadoop</c:v>
                </c:pt>
                <c:pt idx="6">
                  <c:v>spark</c:v>
                </c:pt>
                <c:pt idx="7">
                  <c:v>风控</c:v>
                </c:pt>
                <c:pt idx="8">
                  <c:v>用户画像</c:v>
                </c:pt>
              </c:strCache>
            </c:strRef>
          </c:cat>
          <c:val>
            <c:numRef>
              <c:f>('data_analyze_2020-04-02'!$C$2:$C$3,'data_analyze_2020-04-02'!$C$6:$C$10,'data_analyze_2020-04-02'!$C$12:$C$13)</c:f>
              <c:numCache>
                <c:formatCode>General</c:formatCode>
                <c:ptCount val="9"/>
                <c:pt idx="0">
                  <c:v>8944</c:v>
                </c:pt>
                <c:pt idx="1">
                  <c:v>8944</c:v>
                </c:pt>
                <c:pt idx="2">
                  <c:v>8944</c:v>
                </c:pt>
                <c:pt idx="3">
                  <c:v>8944</c:v>
                </c:pt>
                <c:pt idx="4">
                  <c:v>8944</c:v>
                </c:pt>
                <c:pt idx="5">
                  <c:v>8944</c:v>
                </c:pt>
                <c:pt idx="6">
                  <c:v>8944</c:v>
                </c:pt>
                <c:pt idx="7">
                  <c:v>8944</c:v>
                </c:pt>
                <c:pt idx="8">
                  <c:v>8944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4-4684-A388-64218429A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8138847"/>
        <c:axId val="825874351"/>
      </c:lineChart>
      <c:catAx>
        <c:axId val="1003377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5877263"/>
        <c:crosses val="autoZero"/>
        <c:auto val="1"/>
        <c:lblAlgn val="ctr"/>
        <c:lblOffset val="100"/>
        <c:noMultiLvlLbl val="0"/>
      </c:catAx>
      <c:valAx>
        <c:axId val="825877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03377103"/>
        <c:crosses val="autoZero"/>
        <c:crossBetween val="between"/>
      </c:valAx>
      <c:valAx>
        <c:axId val="82587435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98138847"/>
        <c:crosses val="max"/>
        <c:crossBetween val="between"/>
      </c:valAx>
      <c:catAx>
        <c:axId val="998138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258743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数据挖掘招聘需求（</a:t>
            </a:r>
            <a:r>
              <a:rPr lang="en-US" altLang="zh-CN"/>
              <a:t>4</a:t>
            </a:r>
            <a:r>
              <a:rPr lang="zh-CN" altLang="en-US"/>
              <a:t>月</a:t>
            </a:r>
            <a:r>
              <a:rPr lang="en-US" altLang="zh-CN"/>
              <a:t>2</a:t>
            </a:r>
            <a:r>
              <a:rPr lang="zh-CN" altLang="en-US"/>
              <a:t>日）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9.6762752856520209E-2"/>
          <c:y val="0.19651052806277158"/>
          <c:w val="0.80647449428695961"/>
          <c:h val="0.434676596180098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'data_mining_2020-04-02'!$B$1</c:f>
              <c:strCache>
                <c:ptCount val="1"/>
                <c:pt idx="0">
                  <c:v>技能出现次数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'data_mining_2020-04-02'!$A$2:$A$15</c:f>
              <c:strCache>
                <c:ptCount val="9"/>
                <c:pt idx="0">
                  <c:v>python</c:v>
                </c:pt>
                <c:pt idx="1">
                  <c:v>机器学习</c:v>
                </c:pt>
                <c:pt idx="2">
                  <c:v>hadoop</c:v>
                </c:pt>
                <c:pt idx="3">
                  <c:v>spark</c:v>
                </c:pt>
                <c:pt idx="4">
                  <c:v>深度学习</c:v>
                </c:pt>
                <c:pt idx="5">
                  <c:v>用户画像</c:v>
                </c:pt>
                <c:pt idx="6">
                  <c:v>风控</c:v>
                </c:pt>
                <c:pt idx="7">
                  <c:v>广告</c:v>
                </c:pt>
                <c:pt idx="8">
                  <c:v>推荐系统</c:v>
                </c:pt>
              </c:strCache>
            </c:strRef>
          </c:cat>
          <c:val>
            <c:numRef>
              <c:f>'data_mining_2020-04-02'!$B$2:$B$15</c:f>
              <c:numCache>
                <c:formatCode>General</c:formatCode>
                <c:ptCount val="9"/>
                <c:pt idx="0">
                  <c:v>518</c:v>
                </c:pt>
                <c:pt idx="1">
                  <c:v>484</c:v>
                </c:pt>
                <c:pt idx="2">
                  <c:v>264</c:v>
                </c:pt>
                <c:pt idx="3">
                  <c:v>263</c:v>
                </c:pt>
                <c:pt idx="4">
                  <c:v>158</c:v>
                </c:pt>
                <c:pt idx="5">
                  <c:v>119</c:v>
                </c:pt>
                <c:pt idx="6">
                  <c:v>93</c:v>
                </c:pt>
                <c:pt idx="7">
                  <c:v>91</c:v>
                </c:pt>
                <c:pt idx="8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5-45D0-A10E-EE08581F1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2354143"/>
        <c:axId val="1021572863"/>
      </c:barChart>
      <c:lineChart>
        <c:grouping val="standard"/>
        <c:varyColors val="0"/>
        <c:ser>
          <c:idx val="1"/>
          <c:order val="1"/>
          <c:tx>
            <c:strRef>
              <c:f>'data_mining_2020-04-02'!$C$1</c:f>
              <c:strCache>
                <c:ptCount val="1"/>
                <c:pt idx="0">
                  <c:v>一周内招聘需求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'data_mining_2020-04-02'!$A$2:$A$15</c:f>
              <c:strCache>
                <c:ptCount val="9"/>
                <c:pt idx="0">
                  <c:v>python</c:v>
                </c:pt>
                <c:pt idx="1">
                  <c:v>机器学习</c:v>
                </c:pt>
                <c:pt idx="2">
                  <c:v>hadoop</c:v>
                </c:pt>
                <c:pt idx="3">
                  <c:v>spark</c:v>
                </c:pt>
                <c:pt idx="4">
                  <c:v>深度学习</c:v>
                </c:pt>
                <c:pt idx="5">
                  <c:v>用户画像</c:v>
                </c:pt>
                <c:pt idx="6">
                  <c:v>风控</c:v>
                </c:pt>
                <c:pt idx="7">
                  <c:v>广告</c:v>
                </c:pt>
                <c:pt idx="8">
                  <c:v>推荐系统</c:v>
                </c:pt>
              </c:strCache>
            </c:strRef>
          </c:cat>
          <c:val>
            <c:numRef>
              <c:f>'data_mining_2020-04-02'!$C$2:$C$15</c:f>
              <c:numCache>
                <c:formatCode>General</c:formatCode>
                <c:ptCount val="9"/>
                <c:pt idx="0">
                  <c:v>714</c:v>
                </c:pt>
                <c:pt idx="1">
                  <c:v>714</c:v>
                </c:pt>
                <c:pt idx="2">
                  <c:v>714</c:v>
                </c:pt>
                <c:pt idx="3">
                  <c:v>714</c:v>
                </c:pt>
                <c:pt idx="4">
                  <c:v>714</c:v>
                </c:pt>
                <c:pt idx="5">
                  <c:v>714</c:v>
                </c:pt>
                <c:pt idx="6">
                  <c:v>714</c:v>
                </c:pt>
                <c:pt idx="7">
                  <c:v>714</c:v>
                </c:pt>
                <c:pt idx="8">
                  <c:v>714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35-45D0-A10E-EE08581F1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849727"/>
        <c:axId val="1021572031"/>
      </c:lineChart>
      <c:catAx>
        <c:axId val="1152354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21572863"/>
        <c:crosses val="autoZero"/>
        <c:auto val="1"/>
        <c:lblAlgn val="ctr"/>
        <c:lblOffset val="100"/>
        <c:noMultiLvlLbl val="0"/>
      </c:catAx>
      <c:valAx>
        <c:axId val="1021572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52354143"/>
        <c:crosses val="autoZero"/>
        <c:crossBetween val="between"/>
      </c:valAx>
      <c:valAx>
        <c:axId val="10215720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40849727"/>
        <c:crosses val="max"/>
        <c:crossBetween val="between"/>
      </c:valAx>
      <c:catAx>
        <c:axId val="11408497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215720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B71F79F-4065-CD4F-B030-8AC9BC5EDD8C}" type="datetimeFigureOut">
              <a:rPr lang="zh-CN" altLang="en-US"/>
              <a:pPr>
                <a:defRPr/>
              </a:pPr>
              <a:t>2020/4/17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3D60977-06C0-474F-AF9C-D6EAEC0E5E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062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49E8CC4-97BD-D24C-B341-9DDAC8C5942D}" type="datetimeFigureOut">
              <a:rPr lang="zh-CN" altLang="en-US"/>
              <a:pPr>
                <a:defRPr/>
              </a:pPr>
              <a:t>2020/4/17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14D5F60-C347-6D40-8E94-8EE9446EB0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422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46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45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0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98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20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02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26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theme" Target="../theme/them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641350"/>
            <a:ext cx="3127375" cy="344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1065213"/>
            <a:ext cx="2200275" cy="245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6381750" y="1384300"/>
            <a:ext cx="463550" cy="4635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2451100" y="1749425"/>
            <a:ext cx="184150" cy="184150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5240338" y="3937000"/>
            <a:ext cx="219075" cy="2190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3265488" y="1939925"/>
            <a:ext cx="128587" cy="13017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8" y="1581150"/>
            <a:ext cx="217487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460500"/>
            <a:ext cx="2127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>
            <a:grpSpLocks/>
          </p:cNvGrpSpPr>
          <p:nvPr userDrawn="1"/>
        </p:nvGrpSpPr>
        <p:grpSpPr bwMode="auto">
          <a:xfrm>
            <a:off x="6100763" y="1751013"/>
            <a:ext cx="130175" cy="128587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265" y="1772735"/>
              <a:ext cx="83801" cy="84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3994150"/>
            <a:ext cx="1174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>
            <a:grpSpLocks/>
          </p:cNvGrpSpPr>
          <p:nvPr userDrawn="1"/>
        </p:nvGrpSpPr>
        <p:grpSpPr bwMode="auto">
          <a:xfrm>
            <a:off x="3040063" y="546100"/>
            <a:ext cx="225425" cy="225425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132" y="599829"/>
              <a:ext cx="142725" cy="11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>
            <a:grpSpLocks/>
          </p:cNvGrpSpPr>
          <p:nvPr userDrawn="1"/>
        </p:nvGrpSpPr>
        <p:grpSpPr bwMode="auto">
          <a:xfrm>
            <a:off x="2586038" y="3022600"/>
            <a:ext cx="185737" cy="185738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1974850"/>
            <a:ext cx="71437" cy="7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7113588" y="2630488"/>
            <a:ext cx="250825" cy="249237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690813"/>
            <a:ext cx="133350" cy="12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>
            <a:grpSpLocks/>
          </p:cNvGrpSpPr>
          <p:nvPr userDrawn="1"/>
        </p:nvGrpSpPr>
        <p:grpSpPr bwMode="auto">
          <a:xfrm>
            <a:off x="2327275" y="3386138"/>
            <a:ext cx="258763" cy="258762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1931" y="3616045"/>
              <a:ext cx="173401" cy="859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>
            <a:grpSpLocks/>
          </p:cNvGrpSpPr>
          <p:nvPr userDrawn="1"/>
        </p:nvGrpSpPr>
        <p:grpSpPr bwMode="auto">
          <a:xfrm>
            <a:off x="976313" y="1046163"/>
            <a:ext cx="300037" cy="300037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730" y="856575"/>
              <a:ext cx="202114" cy="116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>
            <a:grpSpLocks/>
          </p:cNvGrpSpPr>
          <p:nvPr userDrawn="1"/>
        </p:nvGrpSpPr>
        <p:grpSpPr bwMode="auto">
          <a:xfrm>
            <a:off x="1763713" y="4391025"/>
            <a:ext cx="300037" cy="300038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745" y="4364405"/>
              <a:ext cx="195748" cy="157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>
            <a:grpSpLocks/>
          </p:cNvGrpSpPr>
          <p:nvPr userDrawn="1"/>
        </p:nvGrpSpPr>
        <p:grpSpPr bwMode="auto">
          <a:xfrm>
            <a:off x="1169988" y="2619375"/>
            <a:ext cx="300037" cy="300038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468" y="2690598"/>
              <a:ext cx="211661" cy="181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>
            <a:grpSpLocks/>
          </p:cNvGrpSpPr>
          <p:nvPr userDrawn="1"/>
        </p:nvGrpSpPr>
        <p:grpSpPr bwMode="auto">
          <a:xfrm>
            <a:off x="7781925" y="4046538"/>
            <a:ext cx="320675" cy="320675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039" y="4486736"/>
              <a:ext cx="238160" cy="184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1773238"/>
            <a:ext cx="1270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>
            <a:grpSpLocks/>
          </p:cNvGrpSpPr>
          <p:nvPr userDrawn="1"/>
        </p:nvGrpSpPr>
        <p:grpSpPr bwMode="auto">
          <a:xfrm>
            <a:off x="6613525" y="3433763"/>
            <a:ext cx="258763" cy="258762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1343" y="4263316"/>
              <a:ext cx="144635" cy="14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>
            <a:grpSpLocks/>
          </p:cNvGrpSpPr>
          <p:nvPr userDrawn="1"/>
        </p:nvGrpSpPr>
        <p:grpSpPr bwMode="auto">
          <a:xfrm>
            <a:off x="7308850" y="912813"/>
            <a:ext cx="322263" cy="322262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780" y="990154"/>
              <a:ext cx="202117" cy="167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>
            <a:grpSpLocks/>
          </p:cNvGrpSpPr>
          <p:nvPr userDrawn="1"/>
        </p:nvGrpSpPr>
        <p:grpSpPr bwMode="auto">
          <a:xfrm>
            <a:off x="493713" y="219075"/>
            <a:ext cx="92075" cy="314325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Segoe UI" pitchFamily="34" charset="0"/>
                <a:ea typeface="微软雅黑" pitchFamily="34" charset="-122"/>
                <a:cs typeface="+mn-cs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052" name="圆角矩形 3"/>
          <p:cNvSpPr>
            <a:spLocks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3075" name="圆角矩形 3"/>
          <p:cNvSpPr>
            <a:spLocks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>
            <a:grpSpLocks/>
          </p:cNvGrpSpPr>
          <p:nvPr userDrawn="1"/>
        </p:nvGrpSpPr>
        <p:grpSpPr bwMode="auto">
          <a:xfrm>
            <a:off x="1944688" y="1817688"/>
            <a:ext cx="5148262" cy="787400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07/relationships/hdphoto" Target="../media/hdphoto1.wdp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Box 3"/>
          <p:cNvSpPr txBox="1">
            <a:spLocks noChangeArrowheads="1"/>
          </p:cNvSpPr>
          <p:nvPr/>
        </p:nvSpPr>
        <p:spPr bwMode="auto">
          <a:xfrm>
            <a:off x="2610787" y="2211279"/>
            <a:ext cx="38779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数据分析学科说明</a:t>
            </a:r>
            <a:endParaRPr lang="zh-CN" altLang="en-US" sz="3600" b="1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014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92772" y="12756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u"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竞品对比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课程大纲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学员就业情况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研发进度和规划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295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岗位介绍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BB531A-4F75-4C52-B35F-E9E38E0E19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2529" y="1263339"/>
            <a:ext cx="3971429" cy="15142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31FC10-7697-4794-9406-16303E6626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67944" y="2079607"/>
            <a:ext cx="4771429" cy="16190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A53B00A-1C90-465B-8B52-D5975761547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0785" y="3075806"/>
            <a:ext cx="5323809" cy="1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4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数据分析市场需求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F9BA0731-9600-4BEE-B66E-EA8A56E284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165202"/>
              </p:ext>
            </p:extLst>
          </p:nvPr>
        </p:nvGraphicFramePr>
        <p:xfrm>
          <a:off x="683568" y="1317804"/>
          <a:ext cx="4123527" cy="2323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E02F51BC-4933-4265-A156-AA43D1F092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0654608"/>
              </p:ext>
            </p:extLst>
          </p:nvPr>
        </p:nvGraphicFramePr>
        <p:xfrm>
          <a:off x="4932040" y="1236966"/>
          <a:ext cx="3744416" cy="2404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064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92772" y="12756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u"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竞品对比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课程大纲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学员就业情况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研发进度和规划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368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竞品对比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411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CDA  60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天脱产远程直播 价格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16800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51F43D-B479-48FC-86C6-3EBF119F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9" y="1328751"/>
            <a:ext cx="1889971" cy="30817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E1F7A8-C0A7-4AC2-B5E4-AA769502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154" y="1328751"/>
            <a:ext cx="2277841" cy="316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8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竞品对比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514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北风网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时长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  线上录播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答疑 价格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12800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5C60A0-8200-4725-954E-59A5D52D6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43" y="1419622"/>
            <a:ext cx="3171429" cy="15238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32D886-12E2-4629-BD85-023D400F7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419622"/>
            <a:ext cx="2378182" cy="341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8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92772" y="12756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u"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竞品对比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课程大纲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学员就业情况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研发进度和规划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85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数据分析课程大纲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751704" y="843558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大课程阶段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66661E3-DE13-4515-BF95-4E994F2FF623}"/>
              </a:ext>
            </a:extLst>
          </p:cNvPr>
          <p:cNvSpPr txBox="1"/>
          <p:nvPr/>
        </p:nvSpPr>
        <p:spPr>
          <a:xfrm>
            <a:off x="756176" y="1419622"/>
            <a:ext cx="32047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业务数据分析                    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数据获取与可视化工程       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数据分析与机器学习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大数据挖掘                          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6CBD1D6-18C7-4652-95F3-E14229402518}"/>
              </a:ext>
            </a:extLst>
          </p:cNvPr>
          <p:cNvSpPr txBox="1"/>
          <p:nvPr/>
        </p:nvSpPr>
        <p:spPr>
          <a:xfrm>
            <a:off x="751704" y="3040468"/>
            <a:ext cx="309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孵化于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人工智能学科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37D2B04-F4F1-4FD3-B6F7-6F025D30CA36}"/>
              </a:ext>
            </a:extLst>
          </p:cNvPr>
          <p:cNvSpPr txBox="1"/>
          <p:nvPr/>
        </p:nvSpPr>
        <p:spPr>
          <a:xfrm>
            <a:off x="756481" y="3607444"/>
            <a:ext cx="70558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新研发课程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 （可视化工程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天，统计学基础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                               占全部课程时长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14%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直接使用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就业班课程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基础）                                     占全部课程时长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14%</a:t>
            </a: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在原有课程基础上优化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                                                                        占全部课程时长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72%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093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&#10;&#10;描述已自动生成">
            <a:extLst>
              <a:ext uri="{FF2B5EF4-FFF2-40B4-BE49-F238E27FC236}">
                <a16:creationId xmlns:a16="http://schemas.microsoft.com/office/drawing/2014/main" id="{4270F52E-5104-4501-A060-03BD711EE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0" y="2064190"/>
            <a:ext cx="5013005" cy="2819815"/>
          </a:xfrm>
          <a:prstGeom prst="rect">
            <a:avLst/>
          </a:prstGeom>
        </p:spPr>
      </p:pic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数据分析课程大纲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37D2B04-F4F1-4FD3-B6F7-6F025D30CA36}"/>
              </a:ext>
            </a:extLst>
          </p:cNvPr>
          <p:cNvSpPr txBox="1"/>
          <p:nvPr/>
        </p:nvSpPr>
        <p:spPr>
          <a:xfrm>
            <a:off x="712885" y="1417859"/>
            <a:ext cx="4884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实战案例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多个，覆盖零售，金融，互联网等多个领域                 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数据可视化大屏项目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金融风控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推荐系统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E467E3-C2CB-4F4A-91B3-CA15A58CCCB6}"/>
              </a:ext>
            </a:extLst>
          </p:cNvPr>
          <p:cNvSpPr txBox="1"/>
          <p:nvPr/>
        </p:nvSpPr>
        <p:spPr>
          <a:xfrm>
            <a:off x="733224" y="919551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大项目，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20+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案例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F01C81-D7BA-4530-B96F-C4850D820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0" y="2064190"/>
            <a:ext cx="4221867" cy="281151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6CDD3D7-323D-40FD-9A2A-1369D8DC6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10" y="2064190"/>
            <a:ext cx="5785382" cy="277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82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数据分析课程大纲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3215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第一阶段  业务数据分析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6607B4C3-61AF-43A9-AA8A-3F8D949848C4}"/>
              </a:ext>
            </a:extLst>
          </p:cNvPr>
          <p:cNvSpPr/>
          <p:nvPr/>
        </p:nvSpPr>
        <p:spPr>
          <a:xfrm>
            <a:off x="952529" y="1314024"/>
            <a:ext cx="616035" cy="2409853"/>
          </a:xfrm>
          <a:prstGeom prst="rect">
            <a:avLst/>
          </a:prstGeom>
          <a:solidFill>
            <a:srgbClr val="84B925"/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Frutiger Next Pro Light"/>
              </a:rPr>
              <a:t>业务数据分析</a:t>
            </a:r>
            <a:endParaRPr lang="en-US" sz="2400" b="1" dirty="0">
              <a:solidFill>
                <a:schemeClr val="bg1"/>
              </a:solidFill>
              <a:latin typeface="Frutiger Next Pro Light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953A71B4-D3FD-4DB9-8AC9-64947965AD5C}"/>
              </a:ext>
            </a:extLst>
          </p:cNvPr>
          <p:cNvSpPr/>
          <p:nvPr/>
        </p:nvSpPr>
        <p:spPr>
          <a:xfrm>
            <a:off x="1729126" y="1314024"/>
            <a:ext cx="5507170" cy="2409853"/>
          </a:xfrm>
          <a:prstGeom prst="rect">
            <a:avLst/>
          </a:prstGeom>
          <a:solidFill>
            <a:srgbClr val="E8F6CF">
              <a:alpha val="79000"/>
            </a:srgb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accent1"/>
              </a:solidFill>
              <a:latin typeface="Frutiger Next Pro Light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D3B68D8C-400E-4033-A20E-EFF2B314C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902" y="1479221"/>
            <a:ext cx="860820" cy="860820"/>
          </a:xfrm>
          <a:prstGeom prst="rect">
            <a:avLst/>
          </a:prstGeom>
        </p:spPr>
      </p:pic>
      <p:pic>
        <p:nvPicPr>
          <p:cNvPr id="41" name="Picture 21">
            <a:extLst>
              <a:ext uri="{FF2B5EF4-FFF2-40B4-BE49-F238E27FC236}">
                <a16:creationId xmlns:a16="http://schemas.microsoft.com/office/drawing/2014/main" id="{46EF9BB2-A607-48FD-A613-A6983C328C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91879" y="1680530"/>
            <a:ext cx="1492251" cy="458202"/>
          </a:xfrm>
          <a:prstGeom prst="rect">
            <a:avLst/>
          </a:prstGeom>
        </p:spPr>
      </p:pic>
      <p:pic>
        <p:nvPicPr>
          <p:cNvPr id="42" name="Picture 22">
            <a:extLst>
              <a:ext uri="{FF2B5EF4-FFF2-40B4-BE49-F238E27FC236}">
                <a16:creationId xmlns:a16="http://schemas.microsoft.com/office/drawing/2014/main" id="{C89ACA28-BC17-4D18-BA71-14C0A57312C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5093" b="45185" l="11927" r="87500">
                        <a14:foregroundMark x1="35104" y1="30185" x2="35313" y2="28148"/>
                        <a14:foregroundMark x1="42656" y1="31481" x2="42656" y2="30185"/>
                        <a14:foregroundMark x1="59427" y1="32407" x2="59427" y2="29722"/>
                        <a14:foregroundMark x1="64167" y1="32130" x2="64167" y2="29907"/>
                        <a14:foregroundMark x1="72396" y1="32870" x2="72396" y2="30833"/>
                        <a14:foregroundMark x1="80469" y1="33889" x2="80313" y2="32593"/>
                        <a14:foregroundMark x1="21250" y1="30648" x2="21146" y2="29907"/>
                        <a14:foregroundMark x1="21042" y1="29259" x2="21042" y2="25556"/>
                        <a14:foregroundMark x1="25000" y1="39259" x2="25000" y2="35648"/>
                        <a14:foregroundMark x1="26979" y1="31667" x2="26979" y2="29074"/>
                        <a14:foregroundMark x1="24792" y1="25370" x2="24792" y2="22685"/>
                        <a14:foregroundMark x1="21146" y1="21111" x2="21146" y2="18704"/>
                        <a14:foregroundMark x1="17188" y1="23333" x2="17031" y2="24815"/>
                        <a14:foregroundMark x1="14844" y1="30185" x2="14844" y2="28796"/>
                        <a14:foregroundMark x1="17031" y1="37685" x2="17031" y2="35278"/>
                        <a14:foregroundMark x1="21042" y1="41389" x2="21042" y2="39444"/>
                        <a14:foregroundMark x1="51295" y1="29538" x2="51123" y2="26769"/>
                        <a14:foregroundMark x1="59240" y1="27385" x2="59240" y2="24308"/>
                        <a14:foregroundMark x1="65803" y1="35077" x2="67185" y2="35077"/>
                        <a14:foregroundMark x1="83592" y1="30154" x2="83420" y2="33846"/>
                        <a14:foregroundMark x1="26598" y1="23692" x2="25734" y2="23385"/>
                        <a14:foregroundMark x1="21071" y1="18462" x2="21071" y2="16923"/>
                        <a14:foregroundMark x1="20035" y1="19385" x2="22107" y2="193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28" t="12982" r="11500" b="52082"/>
          <a:stretch>
            <a:fillRect/>
          </a:stretch>
        </p:blipFill>
        <p:spPr>
          <a:xfrm>
            <a:off x="1907704" y="2714274"/>
            <a:ext cx="2395871" cy="596182"/>
          </a:xfrm>
          <a:prstGeom prst="rect">
            <a:avLst/>
          </a:prstGeom>
        </p:spPr>
      </p:pic>
      <p:pic>
        <p:nvPicPr>
          <p:cNvPr id="43" name="Picture 17">
            <a:extLst>
              <a:ext uri="{FF2B5EF4-FFF2-40B4-BE49-F238E27FC236}">
                <a16:creationId xmlns:a16="http://schemas.microsoft.com/office/drawing/2014/main" id="{CF487AB2-AD0D-4D51-88E5-1FA7C4CC37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613" y="1478486"/>
            <a:ext cx="1219200" cy="628650"/>
          </a:xfrm>
          <a:prstGeom prst="rect">
            <a:avLst/>
          </a:prstGeom>
        </p:spPr>
      </p:pic>
      <p:pic>
        <p:nvPicPr>
          <p:cNvPr id="1026" name="Picture 2" descr="FineBI_LOGO">
            <a:extLst>
              <a:ext uri="{FF2B5EF4-FFF2-40B4-BE49-F238E27FC236}">
                <a16:creationId xmlns:a16="http://schemas.microsoft.com/office/drawing/2014/main" id="{805FE249-2F44-4970-B639-FA951F763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131" y="2704189"/>
            <a:ext cx="15240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F66661E3-DE13-4515-BF95-4E994F2FF623}"/>
              </a:ext>
            </a:extLst>
          </p:cNvPr>
          <p:cNvSpPr txBox="1"/>
          <p:nvPr/>
        </p:nvSpPr>
        <p:spPr>
          <a:xfrm>
            <a:off x="952529" y="3870381"/>
            <a:ext cx="3959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工具使用部分课程升级自原有的数据分析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1.0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版本课程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SQL 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部分升级自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就业班课程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35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数据分析课程大纲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374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第二阶段  数据获取与可视化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 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6607B4C3-61AF-43A9-AA8A-3F8D949848C4}"/>
              </a:ext>
            </a:extLst>
          </p:cNvPr>
          <p:cNvSpPr/>
          <p:nvPr/>
        </p:nvSpPr>
        <p:spPr>
          <a:xfrm>
            <a:off x="952529" y="1314024"/>
            <a:ext cx="616035" cy="2409853"/>
          </a:xfrm>
          <a:prstGeom prst="rect">
            <a:avLst/>
          </a:prstGeom>
          <a:solidFill>
            <a:srgbClr val="84B925"/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Frutiger Next Pro Light"/>
              </a:rPr>
              <a:t>可视化工程</a:t>
            </a:r>
            <a:endParaRPr lang="en-US" sz="2400" b="1" dirty="0">
              <a:solidFill>
                <a:schemeClr val="bg1"/>
              </a:solidFill>
              <a:latin typeface="Frutiger Next Pro Light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953A71B4-D3FD-4DB9-8AC9-64947965AD5C}"/>
              </a:ext>
            </a:extLst>
          </p:cNvPr>
          <p:cNvSpPr/>
          <p:nvPr/>
        </p:nvSpPr>
        <p:spPr>
          <a:xfrm>
            <a:off x="1729126" y="1314024"/>
            <a:ext cx="5507170" cy="2409853"/>
          </a:xfrm>
          <a:prstGeom prst="rect">
            <a:avLst/>
          </a:prstGeom>
          <a:solidFill>
            <a:srgbClr val="E8F6CF">
              <a:alpha val="79000"/>
            </a:srgb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accent1"/>
              </a:solidFill>
              <a:latin typeface="Frutiger Next Pro Ligh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66661E3-DE13-4515-BF95-4E994F2FF623}"/>
              </a:ext>
            </a:extLst>
          </p:cNvPr>
          <p:cNvSpPr txBox="1"/>
          <p:nvPr/>
        </p:nvSpPr>
        <p:spPr>
          <a:xfrm>
            <a:off x="952529" y="3885998"/>
            <a:ext cx="28305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基础 使用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就业班课程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爬虫部分升级自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就业班课程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可视化部分为新研发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EDAFCAE-B472-4A61-A812-C93146066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060" y="1576038"/>
            <a:ext cx="703419" cy="69792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2C6A91-B892-4956-B549-6AC60980FA23}"/>
              </a:ext>
            </a:extLst>
          </p:cNvPr>
          <p:cNvSpPr txBox="1"/>
          <p:nvPr/>
        </p:nvSpPr>
        <p:spPr>
          <a:xfrm>
            <a:off x="3400764" y="16633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爬虫</a:t>
            </a:r>
          </a:p>
        </p:txBody>
      </p:sp>
      <p:pic>
        <p:nvPicPr>
          <p:cNvPr id="5" name="图片 4" descr="图片包含 游戏机&#10;&#10;描述已自动生成">
            <a:extLst>
              <a:ext uri="{FF2B5EF4-FFF2-40B4-BE49-F238E27FC236}">
                <a16:creationId xmlns:a16="http://schemas.microsoft.com/office/drawing/2014/main" id="{B76FF826-CC35-4137-966F-73A7639EF91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73" y="2869540"/>
            <a:ext cx="1769811" cy="402728"/>
          </a:xfrm>
          <a:prstGeom prst="rect">
            <a:avLst/>
          </a:prstGeom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3A93520D-F1FF-443C-A9C0-AE442B980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427" y="1467116"/>
            <a:ext cx="2299325" cy="91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AAB1FD5F-DA53-4170-92C3-02F973A09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063" y="2732247"/>
            <a:ext cx="1446742" cy="70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D731BE-4DD6-4FDE-8F99-68572BC11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950" y="2518950"/>
            <a:ext cx="1281275" cy="115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9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数据分析课程大纲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472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第三阶段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 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6607B4C3-61AF-43A9-AA8A-3F8D949848C4}"/>
              </a:ext>
            </a:extLst>
          </p:cNvPr>
          <p:cNvSpPr/>
          <p:nvPr/>
        </p:nvSpPr>
        <p:spPr>
          <a:xfrm>
            <a:off x="952529" y="1314024"/>
            <a:ext cx="616035" cy="2409853"/>
          </a:xfrm>
          <a:prstGeom prst="rect">
            <a:avLst/>
          </a:prstGeom>
          <a:solidFill>
            <a:srgbClr val="84B925"/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Frutiger Next Pro Light"/>
              </a:rPr>
              <a:t>机器学习</a:t>
            </a:r>
            <a:endParaRPr lang="en-US" sz="2400" b="1" dirty="0">
              <a:solidFill>
                <a:schemeClr val="bg1"/>
              </a:solidFill>
              <a:latin typeface="Frutiger Next Pro Light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953A71B4-D3FD-4DB9-8AC9-64947965AD5C}"/>
              </a:ext>
            </a:extLst>
          </p:cNvPr>
          <p:cNvSpPr/>
          <p:nvPr/>
        </p:nvSpPr>
        <p:spPr>
          <a:xfrm>
            <a:off x="1729126" y="1314024"/>
            <a:ext cx="5507170" cy="2409853"/>
          </a:xfrm>
          <a:prstGeom prst="rect">
            <a:avLst/>
          </a:prstGeom>
          <a:solidFill>
            <a:srgbClr val="E8F6CF">
              <a:alpha val="79000"/>
            </a:srgb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accent1"/>
              </a:solidFill>
              <a:latin typeface="Frutiger Next Pro Ligh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66661E3-DE13-4515-BF95-4E994F2FF623}"/>
              </a:ext>
            </a:extLst>
          </p:cNvPr>
          <p:cNvSpPr txBox="1"/>
          <p:nvPr/>
        </p:nvSpPr>
        <p:spPr>
          <a:xfrm>
            <a:off x="952529" y="3885998"/>
            <a:ext cx="4745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所有内容升级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优化自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就业班 机器学习和数据分析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2.0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内容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本阶段项目 金融风控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F465867-5473-4E19-9B84-F198AD81C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422" y="1368885"/>
            <a:ext cx="1570465" cy="91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>
            <a:extLst>
              <a:ext uri="{FF2B5EF4-FFF2-40B4-BE49-F238E27FC236}">
                <a16:creationId xmlns:a16="http://schemas.microsoft.com/office/drawing/2014/main" id="{05067580-10DD-4B06-8881-2A2A90F252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689CA13A-3612-432E-B67D-9BEE86236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049" y="1368885"/>
            <a:ext cx="1646701" cy="91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EF6B011-0D1A-4F53-824D-65482EAAB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047" y="1609544"/>
            <a:ext cx="1504762" cy="5142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BA2D3A-60BE-4BD0-934D-B8F53B552C5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9799" y="2571750"/>
            <a:ext cx="2516009" cy="6074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4DEF5E-9EBC-4C15-A189-1E878DDE4928}"/>
              </a:ext>
            </a:extLst>
          </p:cNvPr>
          <p:cNvSpPr txBox="1"/>
          <p:nvPr/>
        </p:nvSpPr>
        <p:spPr>
          <a:xfrm>
            <a:off x="4867308" y="267543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常用机器学习算法</a:t>
            </a:r>
          </a:p>
        </p:txBody>
      </p:sp>
    </p:spTree>
    <p:extLst>
      <p:ext uri="{BB962C8B-B14F-4D97-AF65-F5344CB8AC3E}">
        <p14:creationId xmlns:p14="http://schemas.microsoft.com/office/powerpoint/2010/main" val="122649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数据分析课程大纲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952529" y="867634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第四阶段  大数据挖掘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6607B4C3-61AF-43A9-AA8A-3F8D949848C4}"/>
              </a:ext>
            </a:extLst>
          </p:cNvPr>
          <p:cNvSpPr/>
          <p:nvPr/>
        </p:nvSpPr>
        <p:spPr>
          <a:xfrm>
            <a:off x="952529" y="1314024"/>
            <a:ext cx="616035" cy="2409853"/>
          </a:xfrm>
          <a:prstGeom prst="rect">
            <a:avLst/>
          </a:prstGeom>
          <a:solidFill>
            <a:srgbClr val="84B925"/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Frutiger Next Pro Light"/>
              </a:rPr>
              <a:t>大数据挖掘</a:t>
            </a:r>
            <a:endParaRPr lang="en-US" sz="2400" b="1" dirty="0">
              <a:solidFill>
                <a:schemeClr val="bg1"/>
              </a:solidFill>
              <a:latin typeface="Frutiger Next Pro Light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953A71B4-D3FD-4DB9-8AC9-64947965AD5C}"/>
              </a:ext>
            </a:extLst>
          </p:cNvPr>
          <p:cNvSpPr/>
          <p:nvPr/>
        </p:nvSpPr>
        <p:spPr>
          <a:xfrm>
            <a:off x="1729126" y="1314024"/>
            <a:ext cx="5507170" cy="2409853"/>
          </a:xfrm>
          <a:prstGeom prst="rect">
            <a:avLst/>
          </a:prstGeom>
          <a:solidFill>
            <a:srgbClr val="E8F6CF">
              <a:alpha val="79000"/>
            </a:srgbClr>
          </a:solidFill>
          <a:ln w="952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09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633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b="1" dirty="0">
              <a:solidFill>
                <a:schemeClr val="accent1"/>
              </a:solidFill>
              <a:latin typeface="Frutiger Next Pro Ligh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66661E3-DE13-4515-BF95-4E994F2FF623}"/>
              </a:ext>
            </a:extLst>
          </p:cNvPr>
          <p:cNvSpPr txBox="1"/>
          <p:nvPr/>
        </p:nvSpPr>
        <p:spPr>
          <a:xfrm>
            <a:off x="937227" y="3998867"/>
            <a:ext cx="3803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本阶段课程优化升级自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就业班推荐系统课程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本阶段项目为推荐系统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45D71B3F-F6AE-4191-8470-55965539D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483" y="1511956"/>
            <a:ext cx="888719" cy="631824"/>
          </a:xfrm>
          <a:prstGeom prst="rect">
            <a:avLst/>
          </a:prstGeom>
        </p:spPr>
      </p:pic>
      <p:pic>
        <p:nvPicPr>
          <p:cNvPr id="13" name="Picture 20">
            <a:extLst>
              <a:ext uri="{FF2B5EF4-FFF2-40B4-BE49-F238E27FC236}">
                <a16:creationId xmlns:a16="http://schemas.microsoft.com/office/drawing/2014/main" id="{EFEFC455-BD19-4EB7-8243-02F22D836B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829" y="1446750"/>
            <a:ext cx="805189" cy="80518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38F7C95-3D05-4A2C-A155-CC992BF19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267" y="1397874"/>
            <a:ext cx="902946" cy="9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EE98AA1-5FEC-430E-B730-91FF22D76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678" y="1340114"/>
            <a:ext cx="1810602" cy="101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4D08C617-D7B0-4553-AFF1-CDE7BDD70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762" y="2377878"/>
            <a:ext cx="1548783" cy="103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223717B-77C3-49C7-A8C6-43D185642979}"/>
              </a:ext>
            </a:extLst>
          </p:cNvPr>
          <p:cNvSpPr txBox="1"/>
          <p:nvPr/>
        </p:nvSpPr>
        <p:spPr>
          <a:xfrm>
            <a:off x="2085710" y="315112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数仓</a:t>
            </a:r>
          </a:p>
        </p:txBody>
      </p:sp>
      <p:pic>
        <p:nvPicPr>
          <p:cNvPr id="29" name="Picture 10">
            <a:extLst>
              <a:ext uri="{FF2B5EF4-FFF2-40B4-BE49-F238E27FC236}">
                <a16:creationId xmlns:a16="http://schemas.microsoft.com/office/drawing/2014/main" id="{CAC1753D-AC79-4CA4-86B6-F4C16427F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BE6E1"/>
              </a:clrFrom>
              <a:clrTo>
                <a:srgbClr val="FBE6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07" y="2318195"/>
            <a:ext cx="1664531" cy="131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956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92772" y="12756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u"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竞品对比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课程大纲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学员就业情况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研发进度和规划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463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学员就业情况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751704" y="843558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业务数据分析，数据挖掘，风控，推荐都有就业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1DFE156-B9BF-481E-8AE0-D7CB241F7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81470"/>
            <a:ext cx="1868593" cy="35036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DAAE9-E287-4779-A7FC-BC37951B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643" y="1281470"/>
            <a:ext cx="1872483" cy="26020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8A7906-58FE-4D91-A046-868399C60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761" y="1265873"/>
            <a:ext cx="2010180" cy="26867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8B44ADD-69E3-4889-9AAC-AB9AA10E4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126" y="1281470"/>
            <a:ext cx="2025628" cy="35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12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92772" y="12756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85750" indent="-2857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u"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数据分析岗位和需求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竞品对比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课程大纲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学员就业情况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u"/>
              <a:tabLst/>
              <a:defRPr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研发进度和规划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8276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微软雅黑" charset="-122"/>
                <a:ea typeface="微软雅黑" charset="-122"/>
              </a:rPr>
              <a:t>研发进度</a:t>
            </a:r>
            <a:endParaRPr lang="en-US" altLang="zh-CN" sz="24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CBC90-A5CC-524F-8690-D44C5C31EED8}"/>
              </a:ext>
            </a:extLst>
          </p:cNvPr>
          <p:cNvSpPr txBox="1"/>
          <p:nvPr/>
        </p:nvSpPr>
        <p:spPr>
          <a:xfrm>
            <a:off x="751704" y="843558"/>
            <a:ext cx="2635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预计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月底全部研发完毕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F4AA4C-09BB-4D5C-A925-8368A16DDC28}"/>
              </a:ext>
            </a:extLst>
          </p:cNvPr>
          <p:cNvSpPr txBox="1"/>
          <p:nvPr/>
        </p:nvSpPr>
        <p:spPr>
          <a:xfrm>
            <a:off x="756176" y="1419622"/>
            <a:ext cx="59760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业务数据分析                      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                     完成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数据获取与可视化工程        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                      以完成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50% 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预计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月底完成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数据分析与机器学习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                      正在录制   预计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月底完成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42" indent="-171442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大数据挖掘                                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天）                   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月底开始   预计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月底完成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52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1994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889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 fontAlgn="auto">
          <a:spcBef>
            <a:spcPts val="0"/>
          </a:spcBef>
          <a:spcAft>
            <a:spcPts val="0"/>
          </a:spcAft>
          <a:defRPr kumimoji="1" sz="1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67470</TotalTime>
  <Words>499</Words>
  <Application>Microsoft Office PowerPoint</Application>
  <PresentationFormat>全屏显示(16:9)</PresentationFormat>
  <Paragraphs>111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Frutiger Next Pro Light</vt:lpstr>
      <vt:lpstr>黑体</vt:lpstr>
      <vt:lpstr>微软雅黑</vt:lpstr>
      <vt:lpstr>微软雅黑</vt:lpstr>
      <vt:lpstr>Arial</vt:lpstr>
      <vt:lpstr>Calibri</vt:lpstr>
      <vt:lpstr>Segoe UI</vt:lpstr>
      <vt:lpstr>Wingdings</vt:lpstr>
      <vt:lpstr>1_自定义设计方案</vt:lpstr>
      <vt:lpstr>自定义设计方案</vt:lpstr>
      <vt:lpstr>3_自定义设计方案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Full Circle</cp:lastModifiedBy>
  <cp:revision>1042</cp:revision>
  <dcterms:created xsi:type="dcterms:W3CDTF">2015-06-29T07:19:00Z</dcterms:created>
  <dcterms:modified xsi:type="dcterms:W3CDTF">2020-04-17T07:16:28Z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